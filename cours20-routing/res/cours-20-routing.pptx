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7" r:id="rId11"/>
    <p:sldId id="269" r:id="rId12"/>
    <p:sldId id="264" r:id="rId13"/>
    <p:sldId id="266" r:id="rId14"/>
    <p:sldId id="270" r:id="rId15"/>
    <p:sldId id="271" r:id="rId16"/>
    <p:sldId id="272" r:id="rId17"/>
    <p:sldId id="263" r:id="rId18"/>
    <p:sldId id="273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BAC1EF-DF98-4927-A116-A65CD1F1D879}" v="3" dt="2025-03-12T15:16:31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Courtemanche" userId="e091c02d-bff7-4081-aa13-b3664ffbaa88" providerId="ADAL" clId="{82BAC1EF-DF98-4927-A116-A65CD1F1D879}"/>
    <pc:docChg chg="undo custSel addSld delSld modSld sldOrd">
      <pc:chgData name="Guillaume Courtemanche" userId="e091c02d-bff7-4081-aa13-b3664ffbaa88" providerId="ADAL" clId="{82BAC1EF-DF98-4927-A116-A65CD1F1D879}" dt="2025-03-12T15:19:00.659" v="4346" actId="20577"/>
      <pc:docMkLst>
        <pc:docMk/>
      </pc:docMkLst>
      <pc:sldChg chg="modSp mod">
        <pc:chgData name="Guillaume Courtemanche" userId="e091c02d-bff7-4081-aa13-b3664ffbaa88" providerId="ADAL" clId="{82BAC1EF-DF98-4927-A116-A65CD1F1D879}" dt="2025-03-12T14:32:59.757" v="7" actId="20577"/>
        <pc:sldMkLst>
          <pc:docMk/>
          <pc:sldMk cId="3220683002" sldId="256"/>
        </pc:sldMkLst>
        <pc:spChg chg="mod">
          <ac:chgData name="Guillaume Courtemanche" userId="e091c02d-bff7-4081-aa13-b3664ffbaa88" providerId="ADAL" clId="{82BAC1EF-DF98-4927-A116-A65CD1F1D879}" dt="2025-03-12T14:32:59.757" v="7" actId="20577"/>
          <ac:spMkLst>
            <pc:docMk/>
            <pc:sldMk cId="3220683002" sldId="256"/>
            <ac:spMk id="3" creationId="{E0035385-2D49-479F-8DE9-6C010CBDDB69}"/>
          </ac:spMkLst>
        </pc:spChg>
      </pc:sldChg>
      <pc:sldChg chg="modSp new del mod">
        <pc:chgData name="Guillaume Courtemanche" userId="e091c02d-bff7-4081-aa13-b3664ffbaa88" providerId="ADAL" clId="{82BAC1EF-DF98-4927-A116-A65CD1F1D879}" dt="2025-03-12T14:33:28.429" v="40" actId="47"/>
        <pc:sldMkLst>
          <pc:docMk/>
          <pc:sldMk cId="325721135" sldId="257"/>
        </pc:sldMkLst>
        <pc:spChg chg="mod">
          <ac:chgData name="Guillaume Courtemanche" userId="e091c02d-bff7-4081-aa13-b3664ffbaa88" providerId="ADAL" clId="{82BAC1EF-DF98-4927-A116-A65CD1F1D879}" dt="2025-03-12T14:33:20.208" v="39" actId="20577"/>
          <ac:spMkLst>
            <pc:docMk/>
            <pc:sldMk cId="325721135" sldId="257"/>
            <ac:spMk id="2" creationId="{4C648F54-E353-E640-971D-9332C1D59888}"/>
          </ac:spMkLst>
        </pc:spChg>
      </pc:sldChg>
      <pc:sldChg chg="addSp delSp modSp new mod setBg">
        <pc:chgData name="Guillaume Courtemanche" userId="e091c02d-bff7-4081-aa13-b3664ffbaa88" providerId="ADAL" clId="{82BAC1EF-DF98-4927-A116-A65CD1F1D879}" dt="2025-03-12T14:43:03.968" v="311" actId="1076"/>
        <pc:sldMkLst>
          <pc:docMk/>
          <pc:sldMk cId="1384685732" sldId="257"/>
        </pc:sldMkLst>
        <pc:spChg chg="mod ord">
          <ac:chgData name="Guillaume Courtemanche" userId="e091c02d-bff7-4081-aa13-b3664ffbaa88" providerId="ADAL" clId="{82BAC1EF-DF98-4927-A116-A65CD1F1D879}" dt="2025-03-12T14:41:38.035" v="58" actId="20577"/>
          <ac:spMkLst>
            <pc:docMk/>
            <pc:sldMk cId="1384685732" sldId="257"/>
            <ac:spMk id="2" creationId="{C2B4030A-6A85-71B4-A0A0-BCAB1F59D1DD}"/>
          </ac:spMkLst>
        </pc:spChg>
        <pc:spChg chg="add del mod">
          <ac:chgData name="Guillaume Courtemanche" userId="e091c02d-bff7-4081-aa13-b3664ffbaa88" providerId="ADAL" clId="{82BAC1EF-DF98-4927-A116-A65CD1F1D879}" dt="2025-03-12T14:42:52.536" v="308" actId="20577"/>
          <ac:spMkLst>
            <pc:docMk/>
            <pc:sldMk cId="1384685732" sldId="257"/>
            <ac:spMk id="3" creationId="{0C5D133C-9445-287B-75B1-6C89B05D9F8C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10" creationId="{BD4C0BBB-0042-4603-A226-6117F3FD5B3C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12" creationId="{EC44F520-2598-460E-9F91-B02F60830CA2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14" creationId="{D3F794D0-2982-490E-88DA-93D48975085F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16" creationId="{AFD24A3D-F07A-44A9-BE55-5576292E152D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18" creationId="{204441C9-FD2D-4031-B5C5-67478196CCCF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20" creationId="{3D9D3989-3E00-4727-914E-959DFE8FACE9}"/>
          </ac:spMkLst>
        </pc:spChg>
        <pc:spChg chg="add del">
          <ac:chgData name="Guillaume Courtemanche" userId="e091c02d-bff7-4081-aa13-b3664ffbaa88" providerId="ADAL" clId="{82BAC1EF-DF98-4927-A116-A65CD1F1D879}" dt="2025-03-12T14:41:33.987" v="45" actId="26606"/>
          <ac:spMkLst>
            <pc:docMk/>
            <pc:sldMk cId="1384685732" sldId="257"/>
            <ac:spMk id="22" creationId="{C538E4E5-4047-480A-BB9B-9AB54E86D50E}"/>
          </ac:spMkLst>
        </pc:spChg>
        <pc:picChg chg="add mod">
          <ac:chgData name="Guillaume Courtemanche" userId="e091c02d-bff7-4081-aa13-b3664ffbaa88" providerId="ADAL" clId="{82BAC1EF-DF98-4927-A116-A65CD1F1D879}" dt="2025-03-12T14:43:03.968" v="311" actId="1076"/>
          <ac:picMkLst>
            <pc:docMk/>
            <pc:sldMk cId="1384685732" sldId="257"/>
            <ac:picMk id="5" creationId="{F2BA94D1-5226-C65F-4E8C-D68D1C1DEBB3}"/>
          </ac:picMkLst>
        </pc:picChg>
      </pc:sldChg>
      <pc:sldChg chg="del">
        <pc:chgData name="Guillaume Courtemanche" userId="e091c02d-bff7-4081-aa13-b3664ffbaa88" providerId="ADAL" clId="{82BAC1EF-DF98-4927-A116-A65CD1F1D879}" dt="2025-03-12T14:33:01.378" v="8" actId="47"/>
        <pc:sldMkLst>
          <pc:docMk/>
          <pc:sldMk cId="1924143097" sldId="257"/>
        </pc:sldMkLst>
      </pc:sldChg>
      <pc:sldChg chg="del">
        <pc:chgData name="Guillaume Courtemanche" userId="e091c02d-bff7-4081-aa13-b3664ffbaa88" providerId="ADAL" clId="{82BAC1EF-DF98-4927-A116-A65CD1F1D879}" dt="2025-03-12T14:33:01.605" v="9" actId="47"/>
        <pc:sldMkLst>
          <pc:docMk/>
          <pc:sldMk cId="310964334" sldId="258"/>
        </pc:sldMkLst>
      </pc:sldChg>
      <pc:sldChg chg="modSp new mod">
        <pc:chgData name="Guillaume Courtemanche" userId="e091c02d-bff7-4081-aa13-b3664ffbaa88" providerId="ADAL" clId="{82BAC1EF-DF98-4927-A116-A65CD1F1D879}" dt="2025-03-12T14:44:42.335" v="770" actId="20577"/>
        <pc:sldMkLst>
          <pc:docMk/>
          <pc:sldMk cId="2970863498" sldId="258"/>
        </pc:sldMkLst>
        <pc:spChg chg="mod">
          <ac:chgData name="Guillaume Courtemanche" userId="e091c02d-bff7-4081-aa13-b3664ffbaa88" providerId="ADAL" clId="{82BAC1EF-DF98-4927-A116-A65CD1F1D879}" dt="2025-03-12T14:43:14.832" v="332" actId="20577"/>
          <ac:spMkLst>
            <pc:docMk/>
            <pc:sldMk cId="2970863498" sldId="258"/>
            <ac:spMk id="2" creationId="{035690B8-92EB-A8DA-80A7-7717577C5FF0}"/>
          </ac:spMkLst>
        </pc:spChg>
        <pc:spChg chg="mod">
          <ac:chgData name="Guillaume Courtemanche" userId="e091c02d-bff7-4081-aa13-b3664ffbaa88" providerId="ADAL" clId="{82BAC1EF-DF98-4927-A116-A65CD1F1D879}" dt="2025-03-12T14:44:42.335" v="770" actId="20577"/>
          <ac:spMkLst>
            <pc:docMk/>
            <pc:sldMk cId="2970863498" sldId="258"/>
            <ac:spMk id="3" creationId="{3CE25890-7042-0507-7996-F353E7A98C66}"/>
          </ac:spMkLst>
        </pc:spChg>
      </pc:sldChg>
      <pc:sldChg chg="modSp new mod">
        <pc:chgData name="Guillaume Courtemanche" userId="e091c02d-bff7-4081-aa13-b3664ffbaa88" providerId="ADAL" clId="{82BAC1EF-DF98-4927-A116-A65CD1F1D879}" dt="2025-03-12T14:49:11.745" v="1190" actId="20577"/>
        <pc:sldMkLst>
          <pc:docMk/>
          <pc:sldMk cId="1734848030" sldId="259"/>
        </pc:sldMkLst>
        <pc:spChg chg="mod">
          <ac:chgData name="Guillaume Courtemanche" userId="e091c02d-bff7-4081-aa13-b3664ffbaa88" providerId="ADAL" clId="{82BAC1EF-DF98-4927-A116-A65CD1F1D879}" dt="2025-03-12T14:46:26.984" v="989" actId="20577"/>
          <ac:spMkLst>
            <pc:docMk/>
            <pc:sldMk cId="1734848030" sldId="259"/>
            <ac:spMk id="2" creationId="{B2250F57-1EDA-B2AA-85D3-FD0BFF266F0E}"/>
          </ac:spMkLst>
        </pc:spChg>
        <pc:spChg chg="mod">
          <ac:chgData name="Guillaume Courtemanche" userId="e091c02d-bff7-4081-aa13-b3664ffbaa88" providerId="ADAL" clId="{82BAC1EF-DF98-4927-A116-A65CD1F1D879}" dt="2025-03-12T14:49:11.745" v="1190" actId="20577"/>
          <ac:spMkLst>
            <pc:docMk/>
            <pc:sldMk cId="1734848030" sldId="259"/>
            <ac:spMk id="3" creationId="{3F78DF6D-F568-0C39-8C7A-9828E3F1242A}"/>
          </ac:spMkLst>
        </pc:spChg>
      </pc:sldChg>
      <pc:sldChg chg="del">
        <pc:chgData name="Guillaume Courtemanche" userId="e091c02d-bff7-4081-aa13-b3664ffbaa88" providerId="ADAL" clId="{82BAC1EF-DF98-4927-A116-A65CD1F1D879}" dt="2025-03-12T14:33:02.034" v="10" actId="47"/>
        <pc:sldMkLst>
          <pc:docMk/>
          <pc:sldMk cId="2417508129" sldId="259"/>
        </pc:sldMkLst>
      </pc:sldChg>
      <pc:sldChg chg="delSp modSp new mod">
        <pc:chgData name="Guillaume Courtemanche" userId="e091c02d-bff7-4081-aa13-b3664ffbaa88" providerId="ADAL" clId="{82BAC1EF-DF98-4927-A116-A65CD1F1D879}" dt="2025-03-12T14:48:59.473" v="1181" actId="122"/>
        <pc:sldMkLst>
          <pc:docMk/>
          <pc:sldMk cId="50201895" sldId="260"/>
        </pc:sldMkLst>
        <pc:spChg chg="mod">
          <ac:chgData name="Guillaume Courtemanche" userId="e091c02d-bff7-4081-aa13-b3664ffbaa88" providerId="ADAL" clId="{82BAC1EF-DF98-4927-A116-A65CD1F1D879}" dt="2025-03-12T14:48:59.473" v="1181" actId="122"/>
          <ac:spMkLst>
            <pc:docMk/>
            <pc:sldMk cId="50201895" sldId="260"/>
            <ac:spMk id="2" creationId="{6F2ACAEB-5B63-E4B8-B3C9-3245DD4017A3}"/>
          </ac:spMkLst>
        </pc:spChg>
        <pc:spChg chg="del">
          <ac:chgData name="Guillaume Courtemanche" userId="e091c02d-bff7-4081-aa13-b3664ffbaa88" providerId="ADAL" clId="{82BAC1EF-DF98-4927-A116-A65CD1F1D879}" dt="2025-03-12T14:48:36.074" v="1147" actId="478"/>
          <ac:spMkLst>
            <pc:docMk/>
            <pc:sldMk cId="50201895" sldId="260"/>
            <ac:spMk id="3" creationId="{0E255A59-5EF5-46C0-50C7-A0B23BEF9243}"/>
          </ac:spMkLst>
        </pc:spChg>
      </pc:sldChg>
      <pc:sldChg chg="modSp new mod">
        <pc:chgData name="Guillaume Courtemanche" userId="e091c02d-bff7-4081-aa13-b3664ffbaa88" providerId="ADAL" clId="{82BAC1EF-DF98-4927-A116-A65CD1F1D879}" dt="2025-03-12T14:49:32.694" v="1296" actId="20577"/>
        <pc:sldMkLst>
          <pc:docMk/>
          <pc:sldMk cId="3232182841" sldId="261"/>
        </pc:sldMkLst>
        <pc:spChg chg="mod">
          <ac:chgData name="Guillaume Courtemanche" userId="e091c02d-bff7-4081-aa13-b3664ffbaa88" providerId="ADAL" clId="{82BAC1EF-DF98-4927-A116-A65CD1F1D879}" dt="2025-03-12T14:49:21.506" v="1212" actId="20577"/>
          <ac:spMkLst>
            <pc:docMk/>
            <pc:sldMk cId="3232182841" sldId="261"/>
            <ac:spMk id="2" creationId="{CFD92060-8B37-69D3-08CD-FAC247DEBD17}"/>
          </ac:spMkLst>
        </pc:spChg>
        <pc:spChg chg="mod">
          <ac:chgData name="Guillaume Courtemanche" userId="e091c02d-bff7-4081-aa13-b3664ffbaa88" providerId="ADAL" clId="{82BAC1EF-DF98-4927-A116-A65CD1F1D879}" dt="2025-03-12T14:49:32.694" v="1296" actId="20577"/>
          <ac:spMkLst>
            <pc:docMk/>
            <pc:sldMk cId="3232182841" sldId="261"/>
            <ac:spMk id="3" creationId="{62F94DD8-5B61-0978-0C33-D12018FBE1B8}"/>
          </ac:spMkLst>
        </pc:spChg>
      </pc:sldChg>
      <pc:sldChg chg="modSp new mod">
        <pc:chgData name="Guillaume Courtemanche" userId="e091c02d-bff7-4081-aa13-b3664ffbaa88" providerId="ADAL" clId="{82BAC1EF-DF98-4927-A116-A65CD1F1D879}" dt="2025-03-12T14:50:41.594" v="1530" actId="20577"/>
        <pc:sldMkLst>
          <pc:docMk/>
          <pc:sldMk cId="867336851" sldId="262"/>
        </pc:sldMkLst>
        <pc:spChg chg="mod">
          <ac:chgData name="Guillaume Courtemanche" userId="e091c02d-bff7-4081-aa13-b3664ffbaa88" providerId="ADAL" clId="{82BAC1EF-DF98-4927-A116-A65CD1F1D879}" dt="2025-03-12T14:49:50.757" v="1303" actId="20577"/>
          <ac:spMkLst>
            <pc:docMk/>
            <pc:sldMk cId="867336851" sldId="262"/>
            <ac:spMk id="2" creationId="{00208AFE-72AD-2D27-A8AA-0CC4518AD074}"/>
          </ac:spMkLst>
        </pc:spChg>
        <pc:spChg chg="mod">
          <ac:chgData name="Guillaume Courtemanche" userId="e091c02d-bff7-4081-aa13-b3664ffbaa88" providerId="ADAL" clId="{82BAC1EF-DF98-4927-A116-A65CD1F1D879}" dt="2025-03-12T14:50:41.594" v="1530" actId="20577"/>
          <ac:spMkLst>
            <pc:docMk/>
            <pc:sldMk cId="867336851" sldId="262"/>
            <ac:spMk id="3" creationId="{98DF4A5C-3800-3CCB-9C61-BBD6E01C09DC}"/>
          </ac:spMkLst>
        </pc:spChg>
      </pc:sldChg>
      <pc:sldChg chg="addSp delSp modSp new mod ord">
        <pc:chgData name="Guillaume Courtemanche" userId="e091c02d-bff7-4081-aa13-b3664ffbaa88" providerId="ADAL" clId="{82BAC1EF-DF98-4927-A116-A65CD1F1D879}" dt="2025-03-12T15:16:45.225" v="3916" actId="1076"/>
        <pc:sldMkLst>
          <pc:docMk/>
          <pc:sldMk cId="1262928351" sldId="263"/>
        </pc:sldMkLst>
        <pc:spChg chg="mod">
          <ac:chgData name="Guillaume Courtemanche" userId="e091c02d-bff7-4081-aa13-b3664ffbaa88" providerId="ADAL" clId="{82BAC1EF-DF98-4927-A116-A65CD1F1D879}" dt="2025-03-12T14:50:52.591" v="1544" actId="20577"/>
          <ac:spMkLst>
            <pc:docMk/>
            <pc:sldMk cId="1262928351" sldId="263"/>
            <ac:spMk id="2" creationId="{73181499-9992-BEF8-A099-E927FF581FA6}"/>
          </ac:spMkLst>
        </pc:spChg>
        <pc:spChg chg="del">
          <ac:chgData name="Guillaume Courtemanche" userId="e091c02d-bff7-4081-aa13-b3664ffbaa88" providerId="ADAL" clId="{82BAC1EF-DF98-4927-A116-A65CD1F1D879}" dt="2025-03-12T14:53:11.240" v="1990" actId="22"/>
          <ac:spMkLst>
            <pc:docMk/>
            <pc:sldMk cId="1262928351" sldId="263"/>
            <ac:spMk id="3" creationId="{BB13002C-9AFD-DBA9-0ADA-BF4BE12E6765}"/>
          </ac:spMkLst>
        </pc:spChg>
        <pc:spChg chg="add del mod">
          <ac:chgData name="Guillaume Courtemanche" userId="e091c02d-bff7-4081-aa13-b3664ffbaa88" providerId="ADAL" clId="{82BAC1EF-DF98-4927-A116-A65CD1F1D879}" dt="2025-03-12T15:16:42.289" v="3914" actId="478"/>
          <ac:spMkLst>
            <pc:docMk/>
            <pc:sldMk cId="1262928351" sldId="263"/>
            <ac:spMk id="6" creationId="{2D992498-1AB3-FF72-5BCC-6C7FD317F4B5}"/>
          </ac:spMkLst>
        </pc:spChg>
        <pc:picChg chg="add mod ord">
          <ac:chgData name="Guillaume Courtemanche" userId="e091c02d-bff7-4081-aa13-b3664ffbaa88" providerId="ADAL" clId="{82BAC1EF-DF98-4927-A116-A65CD1F1D879}" dt="2025-03-12T15:16:45.225" v="3916" actId="1076"/>
          <ac:picMkLst>
            <pc:docMk/>
            <pc:sldMk cId="1262928351" sldId="263"/>
            <ac:picMk id="5" creationId="{98E38909-1D04-16C4-EF74-80F7DD7641EE}"/>
          </ac:picMkLst>
        </pc:picChg>
      </pc:sldChg>
      <pc:sldChg chg="modSp new mod ord">
        <pc:chgData name="Guillaume Courtemanche" userId="e091c02d-bff7-4081-aa13-b3664ffbaa88" providerId="ADAL" clId="{82BAC1EF-DF98-4927-A116-A65CD1F1D879}" dt="2025-03-12T15:00:32.178" v="2448"/>
        <pc:sldMkLst>
          <pc:docMk/>
          <pc:sldMk cId="3930320338" sldId="264"/>
        </pc:sldMkLst>
        <pc:spChg chg="mod">
          <ac:chgData name="Guillaume Courtemanche" userId="e091c02d-bff7-4081-aa13-b3664ffbaa88" providerId="ADAL" clId="{82BAC1EF-DF98-4927-A116-A65CD1F1D879}" dt="2025-03-12T14:51:03.107" v="1587" actId="20577"/>
          <ac:spMkLst>
            <pc:docMk/>
            <pc:sldMk cId="3930320338" sldId="264"/>
            <ac:spMk id="2" creationId="{7A0E8EF4-0D54-903C-A344-F21406D1F208}"/>
          </ac:spMkLst>
        </pc:spChg>
        <pc:spChg chg="mod">
          <ac:chgData name="Guillaume Courtemanche" userId="e091c02d-bff7-4081-aa13-b3664ffbaa88" providerId="ADAL" clId="{82BAC1EF-DF98-4927-A116-A65CD1F1D879}" dt="2025-03-12T14:52:42.609" v="1989" actId="20577"/>
          <ac:spMkLst>
            <pc:docMk/>
            <pc:sldMk cId="3930320338" sldId="264"/>
            <ac:spMk id="3" creationId="{8877EEAC-9D78-ADDB-5096-F3E8A4732BFE}"/>
          </ac:spMkLst>
        </pc:spChg>
      </pc:sldChg>
      <pc:sldChg chg="addSp delSp modSp add mod">
        <pc:chgData name="Guillaume Courtemanche" userId="e091c02d-bff7-4081-aa13-b3664ffbaa88" providerId="ADAL" clId="{82BAC1EF-DF98-4927-A116-A65CD1F1D879}" dt="2025-03-12T14:58:13.971" v="2358" actId="207"/>
        <pc:sldMkLst>
          <pc:docMk/>
          <pc:sldMk cId="2275956765" sldId="265"/>
        </pc:sldMkLst>
        <pc:spChg chg="mod">
          <ac:chgData name="Guillaume Courtemanche" userId="e091c02d-bff7-4081-aa13-b3664ffbaa88" providerId="ADAL" clId="{82BAC1EF-DF98-4927-A116-A65CD1F1D879}" dt="2025-03-12T14:56:14.870" v="2194" actId="20577"/>
          <ac:spMkLst>
            <pc:docMk/>
            <pc:sldMk cId="2275956765" sldId="265"/>
            <ac:spMk id="2" creationId="{D95AEFD2-BC73-BEBA-4262-3E73E08CFFC8}"/>
          </ac:spMkLst>
        </pc:spChg>
        <pc:spChg chg="add del mod">
          <ac:chgData name="Guillaume Courtemanche" userId="e091c02d-bff7-4081-aa13-b3664ffbaa88" providerId="ADAL" clId="{82BAC1EF-DF98-4927-A116-A65CD1F1D879}" dt="2025-03-12T14:53:16.921" v="1993" actId="478"/>
          <ac:spMkLst>
            <pc:docMk/>
            <pc:sldMk cId="2275956765" sldId="265"/>
            <ac:spMk id="4" creationId="{3B9D43F1-B2A4-9623-95F3-BC2AFAB712CD}"/>
          </ac:spMkLst>
        </pc:spChg>
        <pc:spChg chg="add del mod">
          <ac:chgData name="Guillaume Courtemanche" userId="e091c02d-bff7-4081-aa13-b3664ffbaa88" providerId="ADAL" clId="{82BAC1EF-DF98-4927-A116-A65CD1F1D879}" dt="2025-03-12T14:55:54.656" v="2157" actId="478"/>
          <ac:spMkLst>
            <pc:docMk/>
            <pc:sldMk cId="2275956765" sldId="265"/>
            <ac:spMk id="7" creationId="{00B86EEF-E7A8-5975-E36E-AC01BC46702A}"/>
          </ac:spMkLst>
        </pc:spChg>
        <pc:spChg chg="add mod">
          <ac:chgData name="Guillaume Courtemanche" userId="e091c02d-bff7-4081-aa13-b3664ffbaa88" providerId="ADAL" clId="{82BAC1EF-DF98-4927-A116-A65CD1F1D879}" dt="2025-03-12T14:58:13.971" v="2358" actId="207"/>
          <ac:spMkLst>
            <pc:docMk/>
            <pc:sldMk cId="2275956765" sldId="265"/>
            <ac:spMk id="8" creationId="{3228BF9E-B7EC-FAF8-706F-D67C3B76CDF3}"/>
          </ac:spMkLst>
        </pc:spChg>
        <pc:graphicFrameChg chg="add mod modGraphic">
          <ac:chgData name="Guillaume Courtemanche" userId="e091c02d-bff7-4081-aa13-b3664ffbaa88" providerId="ADAL" clId="{82BAC1EF-DF98-4927-A116-A65CD1F1D879}" dt="2025-03-12T14:56:58.541" v="2262" actId="2162"/>
          <ac:graphicFrameMkLst>
            <pc:docMk/>
            <pc:sldMk cId="2275956765" sldId="265"/>
            <ac:graphicFrameMk id="6" creationId="{E9717B9B-9E68-4E3E-CEB1-872FFEED9DE8}"/>
          </ac:graphicFrameMkLst>
        </pc:graphicFrameChg>
        <pc:picChg chg="del">
          <ac:chgData name="Guillaume Courtemanche" userId="e091c02d-bff7-4081-aa13-b3664ffbaa88" providerId="ADAL" clId="{82BAC1EF-DF98-4927-A116-A65CD1F1D879}" dt="2025-03-12T14:53:15.431" v="1992" actId="478"/>
          <ac:picMkLst>
            <pc:docMk/>
            <pc:sldMk cId="2275956765" sldId="265"/>
            <ac:picMk id="5" creationId="{5CB1E3A7-3771-56E2-7F3E-6C6B6F371444}"/>
          </ac:picMkLst>
        </pc:picChg>
      </pc:sldChg>
      <pc:sldChg chg="modSp add mod">
        <pc:chgData name="Guillaume Courtemanche" userId="e091c02d-bff7-4081-aa13-b3664ffbaa88" providerId="ADAL" clId="{82BAC1EF-DF98-4927-A116-A65CD1F1D879}" dt="2025-03-12T15:00:40.466" v="2450" actId="20577"/>
        <pc:sldMkLst>
          <pc:docMk/>
          <pc:sldMk cId="2540780022" sldId="266"/>
        </pc:sldMkLst>
        <pc:spChg chg="mod">
          <ac:chgData name="Guillaume Courtemanche" userId="e091c02d-bff7-4081-aa13-b3664ffbaa88" providerId="ADAL" clId="{82BAC1EF-DF98-4927-A116-A65CD1F1D879}" dt="2025-03-12T15:00:40.466" v="2450" actId="20577"/>
          <ac:spMkLst>
            <pc:docMk/>
            <pc:sldMk cId="2540780022" sldId="266"/>
            <ac:spMk id="2" creationId="{19812761-DCAB-C3DE-C817-7DA47C2D1F43}"/>
          </ac:spMkLst>
        </pc:spChg>
        <pc:spChg chg="mod">
          <ac:chgData name="Guillaume Courtemanche" userId="e091c02d-bff7-4081-aa13-b3664ffbaa88" providerId="ADAL" clId="{82BAC1EF-DF98-4927-A116-A65CD1F1D879}" dt="2025-03-12T15:00:11.479" v="2446"/>
          <ac:spMkLst>
            <pc:docMk/>
            <pc:sldMk cId="2540780022" sldId="266"/>
            <ac:spMk id="8" creationId="{7628D087-DFC0-C6E0-4107-4AF991F1F543}"/>
          </ac:spMkLst>
        </pc:spChg>
      </pc:sldChg>
      <pc:sldChg chg="modSp add mod ord">
        <pc:chgData name="Guillaume Courtemanche" userId="e091c02d-bff7-4081-aa13-b3664ffbaa88" providerId="ADAL" clId="{82BAC1EF-DF98-4927-A116-A65CD1F1D879}" dt="2025-03-12T15:05:11.048" v="3213"/>
        <pc:sldMkLst>
          <pc:docMk/>
          <pc:sldMk cId="4179819196" sldId="267"/>
        </pc:sldMkLst>
        <pc:spChg chg="mod">
          <ac:chgData name="Guillaume Courtemanche" userId="e091c02d-bff7-4081-aa13-b3664ffbaa88" providerId="ADAL" clId="{82BAC1EF-DF98-4927-A116-A65CD1F1D879}" dt="2025-03-12T15:00:52.333" v="2463" actId="20577"/>
          <ac:spMkLst>
            <pc:docMk/>
            <pc:sldMk cId="4179819196" sldId="267"/>
            <ac:spMk id="2" creationId="{75CC5A42-0001-CB64-5062-3069CC4E2B14}"/>
          </ac:spMkLst>
        </pc:spChg>
        <pc:spChg chg="mod">
          <ac:chgData name="Guillaume Courtemanche" userId="e091c02d-bff7-4081-aa13-b3664ffbaa88" providerId="ADAL" clId="{82BAC1EF-DF98-4927-A116-A65CD1F1D879}" dt="2025-03-12T15:05:11.048" v="3213"/>
          <ac:spMkLst>
            <pc:docMk/>
            <pc:sldMk cId="4179819196" sldId="267"/>
            <ac:spMk id="8" creationId="{D1F3FAFD-FEB7-B1B3-7490-173FDF958896}"/>
          </ac:spMkLst>
        </pc:spChg>
        <pc:graphicFrameChg chg="modGraphic">
          <ac:chgData name="Guillaume Courtemanche" userId="e091c02d-bff7-4081-aa13-b3664ffbaa88" providerId="ADAL" clId="{82BAC1EF-DF98-4927-A116-A65CD1F1D879}" dt="2025-03-12T15:01:11.580" v="2472" actId="20577"/>
          <ac:graphicFrameMkLst>
            <pc:docMk/>
            <pc:sldMk cId="4179819196" sldId="267"/>
            <ac:graphicFrameMk id="6" creationId="{5ED62D4E-CDFE-AAB0-905F-E7F0BC021BB7}"/>
          </ac:graphicFrameMkLst>
        </pc:graphicFrameChg>
      </pc:sldChg>
      <pc:sldChg chg="delSp modSp add mod">
        <pc:chgData name="Guillaume Courtemanche" userId="e091c02d-bff7-4081-aa13-b3664ffbaa88" providerId="ADAL" clId="{82BAC1EF-DF98-4927-A116-A65CD1F1D879}" dt="2025-03-12T15:09:38.654" v="3339" actId="14"/>
        <pc:sldMkLst>
          <pc:docMk/>
          <pc:sldMk cId="2422330291" sldId="268"/>
        </pc:sldMkLst>
        <pc:spChg chg="mod">
          <ac:chgData name="Guillaume Courtemanche" userId="e091c02d-bff7-4081-aa13-b3664ffbaa88" providerId="ADAL" clId="{82BAC1EF-DF98-4927-A116-A65CD1F1D879}" dt="2025-03-12T15:02:16.507" v="2762" actId="20577"/>
          <ac:spMkLst>
            <pc:docMk/>
            <pc:sldMk cId="2422330291" sldId="268"/>
            <ac:spMk id="2" creationId="{19AFDFEF-BA9D-ACF3-A757-C190A036DAA9}"/>
          </ac:spMkLst>
        </pc:spChg>
        <pc:spChg chg="mod">
          <ac:chgData name="Guillaume Courtemanche" userId="e091c02d-bff7-4081-aa13-b3664ffbaa88" providerId="ADAL" clId="{82BAC1EF-DF98-4927-A116-A65CD1F1D879}" dt="2025-03-12T15:09:38.654" v="3339" actId="14"/>
          <ac:spMkLst>
            <pc:docMk/>
            <pc:sldMk cId="2422330291" sldId="268"/>
            <ac:spMk id="8" creationId="{65099E63-B208-EDAF-2890-BC0EB303B83D}"/>
          </ac:spMkLst>
        </pc:spChg>
        <pc:graphicFrameChg chg="del">
          <ac:chgData name="Guillaume Courtemanche" userId="e091c02d-bff7-4081-aa13-b3664ffbaa88" providerId="ADAL" clId="{82BAC1EF-DF98-4927-A116-A65CD1F1D879}" dt="2025-03-12T15:02:18.375" v="2763" actId="478"/>
          <ac:graphicFrameMkLst>
            <pc:docMk/>
            <pc:sldMk cId="2422330291" sldId="268"/>
            <ac:graphicFrameMk id="6" creationId="{3E47612E-9DF9-CCCE-E783-985FC294C72E}"/>
          </ac:graphicFrameMkLst>
        </pc:graphicFrameChg>
      </pc:sldChg>
      <pc:sldChg chg="modSp add mod">
        <pc:chgData name="Guillaume Courtemanche" userId="e091c02d-bff7-4081-aa13-b3664ffbaa88" providerId="ADAL" clId="{82BAC1EF-DF98-4927-A116-A65CD1F1D879}" dt="2025-03-12T15:06:09.173" v="3256"/>
        <pc:sldMkLst>
          <pc:docMk/>
          <pc:sldMk cId="3961737817" sldId="269"/>
        </pc:sldMkLst>
        <pc:spChg chg="mod">
          <ac:chgData name="Guillaume Courtemanche" userId="e091c02d-bff7-4081-aa13-b3664ffbaa88" providerId="ADAL" clId="{82BAC1EF-DF98-4927-A116-A65CD1F1D879}" dt="2025-03-12T15:05:16.439" v="3219" actId="20577"/>
          <ac:spMkLst>
            <pc:docMk/>
            <pc:sldMk cId="3961737817" sldId="269"/>
            <ac:spMk id="2" creationId="{E45CBECF-26CE-1712-91E9-2B30639B7C97}"/>
          </ac:spMkLst>
        </pc:spChg>
        <pc:spChg chg="mod">
          <ac:chgData name="Guillaume Courtemanche" userId="e091c02d-bff7-4081-aa13-b3664ffbaa88" providerId="ADAL" clId="{82BAC1EF-DF98-4927-A116-A65CD1F1D879}" dt="2025-03-12T15:06:09.173" v="3256"/>
          <ac:spMkLst>
            <pc:docMk/>
            <pc:sldMk cId="3961737817" sldId="269"/>
            <ac:spMk id="8" creationId="{A379711A-1FF3-4469-3835-51834D48FAFA}"/>
          </ac:spMkLst>
        </pc:spChg>
      </pc:sldChg>
      <pc:sldChg chg="modSp new mod">
        <pc:chgData name="Guillaume Courtemanche" userId="e091c02d-bff7-4081-aa13-b3664ffbaa88" providerId="ADAL" clId="{82BAC1EF-DF98-4927-A116-A65CD1F1D879}" dt="2025-03-12T15:09:19.360" v="3337" actId="5793"/>
        <pc:sldMkLst>
          <pc:docMk/>
          <pc:sldMk cId="3954976721" sldId="270"/>
        </pc:sldMkLst>
        <pc:spChg chg="mod">
          <ac:chgData name="Guillaume Courtemanche" userId="e091c02d-bff7-4081-aa13-b3664ffbaa88" providerId="ADAL" clId="{82BAC1EF-DF98-4927-A116-A65CD1F1D879}" dt="2025-03-12T15:09:10.242" v="3288" actId="20577"/>
          <ac:spMkLst>
            <pc:docMk/>
            <pc:sldMk cId="3954976721" sldId="270"/>
            <ac:spMk id="2" creationId="{1F0C6EE1-9248-556A-B288-E2B436873178}"/>
          </ac:spMkLst>
        </pc:spChg>
        <pc:spChg chg="mod">
          <ac:chgData name="Guillaume Courtemanche" userId="e091c02d-bff7-4081-aa13-b3664ffbaa88" providerId="ADAL" clId="{82BAC1EF-DF98-4927-A116-A65CD1F1D879}" dt="2025-03-12T15:09:19.360" v="3337" actId="5793"/>
          <ac:spMkLst>
            <pc:docMk/>
            <pc:sldMk cId="3954976721" sldId="270"/>
            <ac:spMk id="3" creationId="{738D1350-6EC3-57D4-48FE-65575B72332B}"/>
          </ac:spMkLst>
        </pc:spChg>
      </pc:sldChg>
      <pc:sldChg chg="addSp modSp new mod">
        <pc:chgData name="Guillaume Courtemanche" userId="e091c02d-bff7-4081-aa13-b3664ffbaa88" providerId="ADAL" clId="{82BAC1EF-DF98-4927-A116-A65CD1F1D879}" dt="2025-03-12T15:14:15.610" v="3615" actId="20577"/>
        <pc:sldMkLst>
          <pc:docMk/>
          <pc:sldMk cId="3003359061" sldId="271"/>
        </pc:sldMkLst>
        <pc:spChg chg="mod">
          <ac:chgData name="Guillaume Courtemanche" userId="e091c02d-bff7-4081-aa13-b3664ffbaa88" providerId="ADAL" clId="{82BAC1EF-DF98-4927-A116-A65CD1F1D879}" dt="2025-03-12T15:10:47.075" v="3357" actId="20577"/>
          <ac:spMkLst>
            <pc:docMk/>
            <pc:sldMk cId="3003359061" sldId="271"/>
            <ac:spMk id="2" creationId="{1495A45B-90A0-00D9-CA0E-4925E97557DC}"/>
          </ac:spMkLst>
        </pc:spChg>
        <pc:spChg chg="mod">
          <ac:chgData name="Guillaume Courtemanche" userId="e091c02d-bff7-4081-aa13-b3664ffbaa88" providerId="ADAL" clId="{82BAC1EF-DF98-4927-A116-A65CD1F1D879}" dt="2025-03-12T15:14:15.610" v="3615" actId="20577"/>
          <ac:spMkLst>
            <pc:docMk/>
            <pc:sldMk cId="3003359061" sldId="271"/>
            <ac:spMk id="3" creationId="{CB4228B9-BC83-0CC6-8A4D-B536606CD3AD}"/>
          </ac:spMkLst>
        </pc:spChg>
        <pc:picChg chg="add mod">
          <ac:chgData name="Guillaume Courtemanche" userId="e091c02d-bff7-4081-aa13-b3664ffbaa88" providerId="ADAL" clId="{82BAC1EF-DF98-4927-A116-A65CD1F1D879}" dt="2025-03-12T15:13:31.263" v="3571" actId="1076"/>
          <ac:picMkLst>
            <pc:docMk/>
            <pc:sldMk cId="3003359061" sldId="271"/>
            <ac:picMk id="5" creationId="{B5D83CF3-D6BA-4860-B984-E6B7147DD5DA}"/>
          </ac:picMkLst>
        </pc:picChg>
        <pc:picChg chg="add mod">
          <ac:chgData name="Guillaume Courtemanche" userId="e091c02d-bff7-4081-aa13-b3664ffbaa88" providerId="ADAL" clId="{82BAC1EF-DF98-4927-A116-A65CD1F1D879}" dt="2025-03-12T15:14:04.994" v="3602" actId="1076"/>
          <ac:picMkLst>
            <pc:docMk/>
            <pc:sldMk cId="3003359061" sldId="271"/>
            <ac:picMk id="7" creationId="{1A727AC1-5D3C-2A05-63BA-5C20FB02EB4A}"/>
          </ac:picMkLst>
        </pc:picChg>
      </pc:sldChg>
      <pc:sldChg chg="modSp new mod">
        <pc:chgData name="Guillaume Courtemanche" userId="e091c02d-bff7-4081-aa13-b3664ffbaa88" providerId="ADAL" clId="{82BAC1EF-DF98-4927-A116-A65CD1F1D879}" dt="2025-03-12T15:16:05.751" v="3908" actId="20577"/>
        <pc:sldMkLst>
          <pc:docMk/>
          <pc:sldMk cId="1984115401" sldId="272"/>
        </pc:sldMkLst>
        <pc:spChg chg="mod">
          <ac:chgData name="Guillaume Courtemanche" userId="e091c02d-bff7-4081-aa13-b3664ffbaa88" providerId="ADAL" clId="{82BAC1EF-DF98-4927-A116-A65CD1F1D879}" dt="2025-03-12T15:15:03.527" v="3640" actId="20577"/>
          <ac:spMkLst>
            <pc:docMk/>
            <pc:sldMk cId="1984115401" sldId="272"/>
            <ac:spMk id="2" creationId="{A8F201A2-5D23-2281-643E-8EFD88EE535D}"/>
          </ac:spMkLst>
        </pc:spChg>
        <pc:spChg chg="mod">
          <ac:chgData name="Guillaume Courtemanche" userId="e091c02d-bff7-4081-aa13-b3664ffbaa88" providerId="ADAL" clId="{82BAC1EF-DF98-4927-A116-A65CD1F1D879}" dt="2025-03-12T15:16:05.751" v="3908" actId="20577"/>
          <ac:spMkLst>
            <pc:docMk/>
            <pc:sldMk cId="1984115401" sldId="272"/>
            <ac:spMk id="3" creationId="{213C8697-6D48-CCB9-3BD3-42E44459F681}"/>
          </ac:spMkLst>
        </pc:spChg>
      </pc:sldChg>
      <pc:sldChg chg="modSp new mod">
        <pc:chgData name="Guillaume Courtemanche" userId="e091c02d-bff7-4081-aa13-b3664ffbaa88" providerId="ADAL" clId="{82BAC1EF-DF98-4927-A116-A65CD1F1D879}" dt="2025-03-12T15:19:00.659" v="4346" actId="20577"/>
        <pc:sldMkLst>
          <pc:docMk/>
          <pc:sldMk cId="3692241616" sldId="273"/>
        </pc:sldMkLst>
        <pc:spChg chg="mod">
          <ac:chgData name="Guillaume Courtemanche" userId="e091c02d-bff7-4081-aa13-b3664ffbaa88" providerId="ADAL" clId="{82BAC1EF-DF98-4927-A116-A65CD1F1D879}" dt="2025-03-12T15:17:07.716" v="3927" actId="20577"/>
          <ac:spMkLst>
            <pc:docMk/>
            <pc:sldMk cId="3692241616" sldId="273"/>
            <ac:spMk id="2" creationId="{8858E542-2244-73F6-86D9-7D64F24F61F4}"/>
          </ac:spMkLst>
        </pc:spChg>
        <pc:spChg chg="mod">
          <ac:chgData name="Guillaume Courtemanche" userId="e091c02d-bff7-4081-aa13-b3664ffbaa88" providerId="ADAL" clId="{82BAC1EF-DF98-4927-A116-A65CD1F1D879}" dt="2025-03-12T15:19:00.659" v="4346" actId="20577"/>
          <ac:spMkLst>
            <pc:docMk/>
            <pc:sldMk cId="3692241616" sldId="273"/>
            <ac:spMk id="3" creationId="{74EE3695-CC11-E3B4-79A0-38073379AD1B}"/>
          </ac:spMkLst>
        </pc:spChg>
      </pc:sldChg>
    </pc:docChg>
  </pc:docChgLst>
  <pc:docChgLst>
    <pc:chgData name="Guillaume Courtemanche" userId="e091c02d-bff7-4081-aa13-b3664ffbaa88" providerId="ADAL" clId="{82A9F1FF-E823-478B-B3C1-6FCCD6026EEB}"/>
    <pc:docChg chg="custSel addSld delSld modSld">
      <pc:chgData name="Guillaume Courtemanche" userId="e091c02d-bff7-4081-aa13-b3664ffbaa88" providerId="ADAL" clId="{82A9F1FF-E823-478B-B3C1-6FCCD6026EEB}" dt="2025-02-05T17:57:37.490" v="24" actId="22"/>
      <pc:docMkLst>
        <pc:docMk/>
      </pc:docMkLst>
      <pc:sldChg chg="addSp delSp modSp new mod">
        <pc:chgData name="Guillaume Courtemanche" userId="e091c02d-bff7-4081-aa13-b3664ffbaa88" providerId="ADAL" clId="{82A9F1FF-E823-478B-B3C1-6FCCD6026EEB}" dt="2025-01-29T20:37:07.081" v="8" actId="478"/>
        <pc:sldMkLst>
          <pc:docMk/>
          <pc:sldMk cId="1924143097" sldId="257"/>
        </pc:sldMkLst>
      </pc:sldChg>
      <pc:sldChg chg="addSp modSp new mod">
        <pc:chgData name="Guillaume Courtemanche" userId="e091c02d-bff7-4081-aa13-b3664ffbaa88" providerId="ADAL" clId="{82A9F1FF-E823-478B-B3C1-6FCCD6026EEB}" dt="2025-01-29T22:36:43.918" v="22" actId="1036"/>
        <pc:sldMkLst>
          <pc:docMk/>
          <pc:sldMk cId="310964334" sldId="258"/>
        </pc:sldMkLst>
      </pc:sldChg>
      <pc:sldChg chg="addSp new mod">
        <pc:chgData name="Guillaume Courtemanche" userId="e091c02d-bff7-4081-aa13-b3664ffbaa88" providerId="ADAL" clId="{82A9F1FF-E823-478B-B3C1-6FCCD6026EEB}" dt="2025-02-05T17:57:37.490" v="24" actId="22"/>
        <pc:sldMkLst>
          <pc:docMk/>
          <pc:sldMk cId="2417508129" sldId="259"/>
        </pc:sldMkLst>
      </pc:sldChg>
      <pc:sldChg chg="del">
        <pc:chgData name="Guillaume Courtemanche" userId="e091c02d-bff7-4081-aa13-b3664ffbaa88" providerId="ADAL" clId="{82A9F1FF-E823-478B-B3C1-6FCCD6026EEB}" dt="2025-01-29T20:36:31.407" v="0" actId="47"/>
        <pc:sldMkLst>
          <pc:docMk/>
          <pc:sldMk cId="4091654785" sldId="322"/>
        </pc:sldMkLst>
      </pc:sldChg>
      <pc:sldChg chg="del">
        <pc:chgData name="Guillaume Courtemanche" userId="e091c02d-bff7-4081-aa13-b3664ffbaa88" providerId="ADAL" clId="{82A9F1FF-E823-478B-B3C1-6FCCD6026EEB}" dt="2025-01-29T20:36:31.407" v="0" actId="47"/>
        <pc:sldMkLst>
          <pc:docMk/>
          <pc:sldMk cId="1238323811" sldId="335"/>
        </pc:sldMkLst>
      </pc:sldChg>
      <pc:sldChg chg="del">
        <pc:chgData name="Guillaume Courtemanche" userId="e091c02d-bff7-4081-aa13-b3664ffbaa88" providerId="ADAL" clId="{82A9F1FF-E823-478B-B3C1-6FCCD6026EEB}" dt="2025-01-29T20:36:31.407" v="0" actId="47"/>
        <pc:sldMkLst>
          <pc:docMk/>
          <pc:sldMk cId="343938344" sldId="336"/>
        </pc:sldMkLst>
      </pc:sldChg>
      <pc:sldChg chg="del">
        <pc:chgData name="Guillaume Courtemanche" userId="e091c02d-bff7-4081-aa13-b3664ffbaa88" providerId="ADAL" clId="{82A9F1FF-E823-478B-B3C1-6FCCD6026EEB}" dt="2025-01-29T20:36:31.407" v="0" actId="47"/>
        <pc:sldMkLst>
          <pc:docMk/>
          <pc:sldMk cId="4258984639" sldId="337"/>
        </pc:sldMkLst>
      </pc:sldChg>
      <pc:sldChg chg="del">
        <pc:chgData name="Guillaume Courtemanche" userId="e091c02d-bff7-4081-aa13-b3664ffbaa88" providerId="ADAL" clId="{82A9F1FF-E823-478B-B3C1-6FCCD6026EEB}" dt="2025-01-29T20:36:31.407" v="0" actId="47"/>
        <pc:sldMkLst>
          <pc:docMk/>
          <pc:sldMk cId="783321132" sldId="338"/>
        </pc:sldMkLst>
      </pc:sldChg>
    </pc:docChg>
  </pc:docChgLst>
  <pc:docChgLst>
    <pc:chgData name="Guillaume Courtemanche" userId="35de7e6f-368f-4885-a7a3-546b113bf0d3" providerId="ADAL" clId="{686362EA-A604-40C7-A6A5-F383E8FAE668}"/>
    <pc:docChg chg="undo redo custSel mod addSld delSld modSld sldOrd addMainMaster delMainMaster">
      <pc:chgData name="Guillaume Courtemanche" userId="35de7e6f-368f-4885-a7a3-546b113bf0d3" providerId="ADAL" clId="{686362EA-A604-40C7-A6A5-F383E8FAE668}" dt="2021-01-21T14:05:28.748" v="4632" actId="20577"/>
      <pc:docMkLst>
        <pc:docMk/>
      </pc:docMkLst>
      <pc:sldChg chg="addSp delSp modSp new mod setBg modClrScheme delDesignElem chgLayout">
        <pc:chgData name="Guillaume Courtemanche" userId="35de7e6f-368f-4885-a7a3-546b113bf0d3" providerId="ADAL" clId="{686362EA-A604-40C7-A6A5-F383E8FAE668}" dt="2021-01-20T18:56:13.628" v="109" actId="11530"/>
        <pc:sldMkLst>
          <pc:docMk/>
          <pc:sldMk cId="3220683002" sldId="256"/>
        </pc:sldMkLst>
      </pc:sldChg>
      <pc:sldChg chg="addSp delSp modSp new mod setBg">
        <pc:chgData name="Guillaume Courtemanche" userId="35de7e6f-368f-4885-a7a3-546b113bf0d3" providerId="ADAL" clId="{686362EA-A604-40C7-A6A5-F383E8FAE668}" dt="2021-01-20T21:17:49.297" v="284" actId="1076"/>
        <pc:sldMkLst>
          <pc:docMk/>
          <pc:sldMk cId="3718107266" sldId="257"/>
        </pc:sldMkLst>
      </pc:sldChg>
      <pc:sldChg chg="addSp delSp modSp add mod setBg">
        <pc:chgData name="Guillaume Courtemanche" userId="35de7e6f-368f-4885-a7a3-546b113bf0d3" providerId="ADAL" clId="{686362EA-A604-40C7-A6A5-F383E8FAE668}" dt="2021-01-20T22:05:30.782" v="1213" actId="27636"/>
        <pc:sldMkLst>
          <pc:docMk/>
          <pc:sldMk cId="1863027109" sldId="258"/>
        </pc:sldMkLst>
      </pc:sldChg>
      <pc:sldChg chg="addSp delSp modSp new mod setBg">
        <pc:chgData name="Guillaume Courtemanche" userId="35de7e6f-368f-4885-a7a3-546b113bf0d3" providerId="ADAL" clId="{686362EA-A604-40C7-A6A5-F383E8FAE668}" dt="2021-01-20T21:48:41.682" v="903" actId="26606"/>
        <pc:sldMkLst>
          <pc:docMk/>
          <pc:sldMk cId="3248668386" sldId="259"/>
        </pc:sldMkLst>
      </pc:sldChg>
      <pc:sldChg chg="addSp delSp modSp new mod ord setBg">
        <pc:chgData name="Guillaume Courtemanche" userId="35de7e6f-368f-4885-a7a3-546b113bf0d3" providerId="ADAL" clId="{686362EA-A604-40C7-A6A5-F383E8FAE668}" dt="2021-01-21T13:34:35.063" v="4156" actId="20577"/>
        <pc:sldMkLst>
          <pc:docMk/>
          <pc:sldMk cId="1087519342" sldId="260"/>
        </pc:sldMkLst>
      </pc:sldChg>
      <pc:sldChg chg="addSp delSp modSp new mod ord setBg">
        <pc:chgData name="Guillaume Courtemanche" userId="35de7e6f-368f-4885-a7a3-546b113bf0d3" providerId="ADAL" clId="{686362EA-A604-40C7-A6A5-F383E8FAE668}" dt="2021-01-21T13:34:00.920" v="4110" actId="113"/>
        <pc:sldMkLst>
          <pc:docMk/>
          <pc:sldMk cId="1067409556" sldId="261"/>
        </pc:sldMkLst>
      </pc:sldChg>
      <pc:sldChg chg="addSp delSp modSp add mod ord">
        <pc:chgData name="Guillaume Courtemanche" userId="35de7e6f-368f-4885-a7a3-546b113bf0d3" providerId="ADAL" clId="{686362EA-A604-40C7-A6A5-F383E8FAE668}" dt="2021-01-20T22:38:50.851" v="1650"/>
        <pc:sldMkLst>
          <pc:docMk/>
          <pc:sldMk cId="3587872154" sldId="262"/>
        </pc:sldMkLst>
      </pc:sldChg>
      <pc:sldChg chg="modSp new mod">
        <pc:chgData name="Guillaume Courtemanche" userId="35de7e6f-368f-4885-a7a3-546b113bf0d3" providerId="ADAL" clId="{686362EA-A604-40C7-A6A5-F383E8FAE668}" dt="2021-01-21T01:26:10.277" v="2305" actId="403"/>
        <pc:sldMkLst>
          <pc:docMk/>
          <pc:sldMk cId="1011434398" sldId="263"/>
        </pc:sldMkLst>
      </pc:sldChg>
      <pc:sldChg chg="add">
        <pc:chgData name="Guillaume Courtemanche" userId="35de7e6f-368f-4885-a7a3-546b113bf0d3" providerId="ADAL" clId="{686362EA-A604-40C7-A6A5-F383E8FAE668}" dt="2021-01-20T22:39:48.215" v="1747" actId="2890"/>
        <pc:sldMkLst>
          <pc:docMk/>
          <pc:sldMk cId="1618236485" sldId="264"/>
        </pc:sldMkLst>
      </pc:sldChg>
      <pc:sldChg chg="modSp new mod">
        <pc:chgData name="Guillaume Courtemanche" userId="35de7e6f-368f-4885-a7a3-546b113bf0d3" providerId="ADAL" clId="{686362EA-A604-40C7-A6A5-F383E8FAE668}" dt="2021-01-21T01:16:24.969" v="2130" actId="20577"/>
        <pc:sldMkLst>
          <pc:docMk/>
          <pc:sldMk cId="3918536396" sldId="265"/>
        </pc:sldMkLst>
      </pc:sldChg>
      <pc:sldChg chg="addSp modSp new mod setBg">
        <pc:chgData name="Guillaume Courtemanche" userId="35de7e6f-368f-4885-a7a3-546b113bf0d3" providerId="ADAL" clId="{686362EA-A604-40C7-A6A5-F383E8FAE668}" dt="2021-01-21T01:55:56.750" v="2453" actId="403"/>
        <pc:sldMkLst>
          <pc:docMk/>
          <pc:sldMk cId="3791868850" sldId="266"/>
        </pc:sldMkLst>
      </pc:sldChg>
      <pc:sldChg chg="addSp delSp modSp new mod setBg">
        <pc:chgData name="Guillaume Courtemanche" userId="35de7e6f-368f-4885-a7a3-546b113bf0d3" providerId="ADAL" clId="{686362EA-A604-40C7-A6A5-F383E8FAE668}" dt="2021-01-21T01:59:09.612" v="2710" actId="403"/>
        <pc:sldMkLst>
          <pc:docMk/>
          <pc:sldMk cId="4230532161" sldId="267"/>
        </pc:sldMkLst>
      </pc:sldChg>
      <pc:sldChg chg="addSp delSp modSp add mod ord setBg">
        <pc:chgData name="Guillaume Courtemanche" userId="35de7e6f-368f-4885-a7a3-546b113bf0d3" providerId="ADAL" clId="{686362EA-A604-40C7-A6A5-F383E8FAE668}" dt="2021-01-21T02:00:41.592" v="2803"/>
        <pc:sldMkLst>
          <pc:docMk/>
          <pc:sldMk cId="2046271302" sldId="268"/>
        </pc:sldMkLst>
      </pc:sldChg>
      <pc:sldChg chg="addSp modSp add mod ord setBg">
        <pc:chgData name="Guillaume Courtemanche" userId="35de7e6f-368f-4885-a7a3-546b113bf0d3" providerId="ADAL" clId="{686362EA-A604-40C7-A6A5-F383E8FAE668}" dt="2021-01-21T02:02:59.190" v="2918" actId="403"/>
        <pc:sldMkLst>
          <pc:docMk/>
          <pc:sldMk cId="1319517255" sldId="269"/>
        </pc:sldMkLst>
      </pc:sldChg>
      <pc:sldChg chg="addSp modSp add mod setBg">
        <pc:chgData name="Guillaume Courtemanche" userId="35de7e6f-368f-4885-a7a3-546b113bf0d3" providerId="ADAL" clId="{686362EA-A604-40C7-A6A5-F383E8FAE668}" dt="2021-01-21T13:26:06.477" v="3522" actId="14100"/>
        <pc:sldMkLst>
          <pc:docMk/>
          <pc:sldMk cId="2357118320" sldId="270"/>
        </pc:sldMkLst>
      </pc:sldChg>
      <pc:sldChg chg="add del">
        <pc:chgData name="Guillaume Courtemanche" userId="35de7e6f-368f-4885-a7a3-546b113bf0d3" providerId="ADAL" clId="{686362EA-A604-40C7-A6A5-F383E8FAE668}" dt="2021-01-21T02:11:36.706" v="2920" actId="2890"/>
        <pc:sldMkLst>
          <pc:docMk/>
          <pc:sldMk cId="3440359042" sldId="270"/>
        </pc:sldMkLst>
      </pc:sldChg>
      <pc:sldChg chg="modSp new mod ord">
        <pc:chgData name="Guillaume Courtemanche" userId="35de7e6f-368f-4885-a7a3-546b113bf0d3" providerId="ADAL" clId="{686362EA-A604-40C7-A6A5-F383E8FAE668}" dt="2021-01-21T02:58:32.960" v="3422" actId="20577"/>
        <pc:sldMkLst>
          <pc:docMk/>
          <pc:sldMk cId="1833889610" sldId="271"/>
        </pc:sldMkLst>
      </pc:sldChg>
      <pc:sldChg chg="addSp modSp add mod setBg">
        <pc:chgData name="Guillaume Courtemanche" userId="35de7e6f-368f-4885-a7a3-546b113bf0d3" providerId="ADAL" clId="{686362EA-A604-40C7-A6A5-F383E8FAE668}" dt="2021-01-21T13:25:48.046" v="3495" actId="27636"/>
        <pc:sldMkLst>
          <pc:docMk/>
          <pc:sldMk cId="502215628" sldId="272"/>
        </pc:sldMkLst>
      </pc:sldChg>
      <pc:sldChg chg="modSp new mod">
        <pc:chgData name="Guillaume Courtemanche" userId="35de7e6f-368f-4885-a7a3-546b113bf0d3" providerId="ADAL" clId="{686362EA-A604-40C7-A6A5-F383E8FAE668}" dt="2021-01-21T13:28:16.563" v="3798" actId="20577"/>
        <pc:sldMkLst>
          <pc:docMk/>
          <pc:sldMk cId="1075003745" sldId="273"/>
        </pc:sldMkLst>
      </pc:sldChg>
      <pc:sldChg chg="modSp new mod">
        <pc:chgData name="Guillaume Courtemanche" userId="35de7e6f-368f-4885-a7a3-546b113bf0d3" providerId="ADAL" clId="{686362EA-A604-40C7-A6A5-F383E8FAE668}" dt="2021-01-21T13:29:41.697" v="3976" actId="27636"/>
        <pc:sldMkLst>
          <pc:docMk/>
          <pc:sldMk cId="2130109779" sldId="274"/>
        </pc:sldMkLst>
      </pc:sldChg>
      <pc:sldChg chg="modSp new mod">
        <pc:chgData name="Guillaume Courtemanche" userId="35de7e6f-368f-4885-a7a3-546b113bf0d3" providerId="ADAL" clId="{686362EA-A604-40C7-A6A5-F383E8FAE668}" dt="2021-01-21T13:34:53.632" v="4173" actId="20577"/>
        <pc:sldMkLst>
          <pc:docMk/>
          <pc:sldMk cId="1501986453" sldId="275"/>
        </pc:sldMkLst>
      </pc:sldChg>
      <pc:sldChg chg="modSp new mod">
        <pc:chgData name="Guillaume Courtemanche" userId="35de7e6f-368f-4885-a7a3-546b113bf0d3" providerId="ADAL" clId="{686362EA-A604-40C7-A6A5-F383E8FAE668}" dt="2021-01-21T14:05:28.748" v="4632" actId="20577"/>
        <pc:sldMkLst>
          <pc:docMk/>
          <pc:sldMk cId="2920241978" sldId="276"/>
        </pc:sldMkLst>
      </pc:sldChg>
      <pc:sldChg chg="modSp new mod">
        <pc:chgData name="Guillaume Courtemanche" userId="35de7e6f-368f-4885-a7a3-546b113bf0d3" providerId="ADAL" clId="{686362EA-A604-40C7-A6A5-F383E8FAE668}" dt="2021-01-21T13:45:20.123" v="4631" actId="403"/>
        <pc:sldMkLst>
          <pc:docMk/>
          <pc:sldMk cId="2125862315" sldId="277"/>
        </pc:sldMkLst>
      </pc:sldChg>
      <pc:sldMasterChg chg="del delSldLayout">
        <pc:chgData name="Guillaume Courtemanche" userId="35de7e6f-368f-4885-a7a3-546b113bf0d3" providerId="ADAL" clId="{686362EA-A604-40C7-A6A5-F383E8FAE668}" dt="2021-01-20T18:52:28.844" v="100" actId="26606"/>
        <pc:sldMasterMkLst>
          <pc:docMk/>
          <pc:sldMasterMk cId="1963164483" sldId="2147483648"/>
        </pc:sldMasterMkLst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2286143616" sldId="2147483649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3632783319" sldId="2147483650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3153477254" sldId="2147483651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3981771834" sldId="2147483652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1113823653" sldId="2147483653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4067984150" sldId="2147483654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1394794840" sldId="2147483655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2015633449" sldId="2147483656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68372788" sldId="2147483657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270581092" sldId="2147483658"/>
          </pc:sldLayoutMkLst>
        </pc:sldLayoutChg>
        <pc:sldLayoutChg chg="del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963164483" sldId="2147483648"/>
            <pc:sldLayoutMk cId="1242719017" sldId="2147483659"/>
          </pc:sldLayoutMkLst>
        </pc:sldLayoutChg>
      </pc:sldMasterChg>
      <pc:sldMasterChg chg="add addSldLayout">
        <pc:chgData name="Guillaume Courtemanche" userId="35de7e6f-368f-4885-a7a3-546b113bf0d3" providerId="ADAL" clId="{686362EA-A604-40C7-A6A5-F383E8FAE668}" dt="2021-01-20T18:52:28.844" v="100" actId="26606"/>
        <pc:sldMasterMkLst>
          <pc:docMk/>
          <pc:sldMasterMk cId="1286284045" sldId="2147483673"/>
        </pc:sldMasterMkLst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4190996064" sldId="2147483662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4122663148" sldId="2147483663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1123650417" sldId="2147483664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601784474" sldId="2147483665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3698347459" sldId="2147483666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2909307914" sldId="2147483667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954675820" sldId="2147483668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883479590" sldId="2147483669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910187044" sldId="2147483670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3297020985" sldId="2147483671"/>
          </pc:sldLayoutMkLst>
        </pc:sldLayoutChg>
        <pc:sldLayoutChg chg="add">
          <pc:chgData name="Guillaume Courtemanche" userId="35de7e6f-368f-4885-a7a3-546b113bf0d3" providerId="ADAL" clId="{686362EA-A604-40C7-A6A5-F383E8FAE668}" dt="2021-01-20T18:52:28.844" v="100" actId="26606"/>
          <pc:sldLayoutMkLst>
            <pc:docMk/>
            <pc:sldMasterMk cId="1286284045" sldId="2147483673"/>
            <pc:sldLayoutMk cId="1513187677" sldId="2147483672"/>
          </pc:sldLayoutMkLst>
        </pc:sldLayoutChg>
      </pc:sldMasterChg>
    </pc:docChg>
  </pc:docChgLst>
  <pc:docChgLst>
    <pc:chgData name="Guillaume Courtemanche" userId="e091c02d-bff7-4081-aa13-b3664ffbaa88" providerId="ADAL" clId="{021D9F97-850E-4DFC-A926-13B3F71E6D42}"/>
    <pc:docChg chg="custSel addSld delSld modSld">
      <pc:chgData name="Guillaume Courtemanche" userId="e091c02d-bff7-4081-aa13-b3664ffbaa88" providerId="ADAL" clId="{021D9F97-850E-4DFC-A926-13B3F71E6D42}" dt="2025-01-29T14:38:45.803" v="69" actId="1076"/>
      <pc:docMkLst>
        <pc:docMk/>
      </pc:docMkLst>
      <pc:sldChg chg="del">
        <pc:chgData name="Guillaume Courtemanche" userId="e091c02d-bff7-4081-aa13-b3664ffbaa88" providerId="ADAL" clId="{021D9F97-850E-4DFC-A926-13B3F71E6D42}" dt="2025-01-29T13:59:31.721" v="0" actId="47"/>
        <pc:sldMkLst>
          <pc:docMk/>
          <pc:sldMk cId="1805741602" sldId="287"/>
        </pc:sldMkLst>
      </pc:sldChg>
      <pc:sldChg chg="del">
        <pc:chgData name="Guillaume Courtemanche" userId="e091c02d-bff7-4081-aa13-b3664ffbaa88" providerId="ADAL" clId="{021D9F97-850E-4DFC-A926-13B3F71E6D42}" dt="2025-01-29T13:59:32.582" v="2" actId="47"/>
        <pc:sldMkLst>
          <pc:docMk/>
          <pc:sldMk cId="2377175525" sldId="296"/>
        </pc:sldMkLst>
      </pc:sldChg>
      <pc:sldChg chg="del">
        <pc:chgData name="Guillaume Courtemanche" userId="e091c02d-bff7-4081-aa13-b3664ffbaa88" providerId="ADAL" clId="{021D9F97-850E-4DFC-A926-13B3F71E6D42}" dt="2025-01-29T13:59:34.821" v="8" actId="47"/>
        <pc:sldMkLst>
          <pc:docMk/>
          <pc:sldMk cId="2497843952" sldId="306"/>
        </pc:sldMkLst>
      </pc:sldChg>
      <pc:sldChg chg="del">
        <pc:chgData name="Guillaume Courtemanche" userId="e091c02d-bff7-4081-aa13-b3664ffbaa88" providerId="ADAL" clId="{021D9F97-850E-4DFC-A926-13B3F71E6D42}" dt="2025-01-29T13:59:33.448" v="5" actId="47"/>
        <pc:sldMkLst>
          <pc:docMk/>
          <pc:sldMk cId="1843449830" sldId="307"/>
        </pc:sldMkLst>
      </pc:sldChg>
      <pc:sldChg chg="del">
        <pc:chgData name="Guillaume Courtemanche" userId="e091c02d-bff7-4081-aa13-b3664ffbaa88" providerId="ADAL" clId="{021D9F97-850E-4DFC-A926-13B3F71E6D42}" dt="2025-01-29T13:59:34.142" v="7" actId="47"/>
        <pc:sldMkLst>
          <pc:docMk/>
          <pc:sldMk cId="760360181" sldId="308"/>
        </pc:sldMkLst>
      </pc:sldChg>
      <pc:sldChg chg="del">
        <pc:chgData name="Guillaume Courtemanche" userId="e091c02d-bff7-4081-aa13-b3664ffbaa88" providerId="ADAL" clId="{021D9F97-850E-4DFC-A926-13B3F71E6D42}" dt="2025-01-29T13:59:35.691" v="9" actId="47"/>
        <pc:sldMkLst>
          <pc:docMk/>
          <pc:sldMk cId="2971306487" sldId="311"/>
        </pc:sldMkLst>
      </pc:sldChg>
      <pc:sldChg chg="addSp modSp add del mod">
        <pc:chgData name="Guillaume Courtemanche" userId="e091c02d-bff7-4081-aa13-b3664ffbaa88" providerId="ADAL" clId="{021D9F97-850E-4DFC-A926-13B3F71E6D42}" dt="2025-01-29T14:07:33.423" v="24" actId="1582"/>
        <pc:sldMkLst>
          <pc:docMk/>
          <pc:sldMk cId="4091654785" sldId="322"/>
        </pc:sldMkLst>
      </pc:sldChg>
      <pc:sldChg chg="del">
        <pc:chgData name="Guillaume Courtemanche" userId="e091c02d-bff7-4081-aa13-b3664ffbaa88" providerId="ADAL" clId="{021D9F97-850E-4DFC-A926-13B3F71E6D42}" dt="2025-01-29T13:59:36.513" v="13" actId="47"/>
        <pc:sldMkLst>
          <pc:docMk/>
          <pc:sldMk cId="1790901195" sldId="325"/>
        </pc:sldMkLst>
      </pc:sldChg>
      <pc:sldChg chg="del">
        <pc:chgData name="Guillaume Courtemanche" userId="e091c02d-bff7-4081-aa13-b3664ffbaa88" providerId="ADAL" clId="{021D9F97-850E-4DFC-A926-13B3F71E6D42}" dt="2025-01-29T13:59:36.136" v="12" actId="47"/>
        <pc:sldMkLst>
          <pc:docMk/>
          <pc:sldMk cId="849647648" sldId="326"/>
        </pc:sldMkLst>
      </pc:sldChg>
      <pc:sldChg chg="del">
        <pc:chgData name="Guillaume Courtemanche" userId="e091c02d-bff7-4081-aa13-b3664ffbaa88" providerId="ADAL" clId="{021D9F97-850E-4DFC-A926-13B3F71E6D42}" dt="2025-01-29T13:59:37.943" v="17" actId="47"/>
        <pc:sldMkLst>
          <pc:docMk/>
          <pc:sldMk cId="249698458" sldId="327"/>
        </pc:sldMkLst>
      </pc:sldChg>
      <pc:sldChg chg="del">
        <pc:chgData name="Guillaume Courtemanche" userId="e091c02d-bff7-4081-aa13-b3664ffbaa88" providerId="ADAL" clId="{021D9F97-850E-4DFC-A926-13B3F71E6D42}" dt="2025-01-29T13:59:39.092" v="18" actId="47"/>
        <pc:sldMkLst>
          <pc:docMk/>
          <pc:sldMk cId="3521005233" sldId="328"/>
        </pc:sldMkLst>
      </pc:sldChg>
      <pc:sldChg chg="del">
        <pc:chgData name="Guillaume Courtemanche" userId="e091c02d-bff7-4081-aa13-b3664ffbaa88" providerId="ADAL" clId="{021D9F97-850E-4DFC-A926-13B3F71E6D42}" dt="2025-01-29T13:59:31.846" v="1" actId="47"/>
        <pc:sldMkLst>
          <pc:docMk/>
          <pc:sldMk cId="4203736477" sldId="332"/>
        </pc:sldMkLst>
      </pc:sldChg>
      <pc:sldChg chg="del">
        <pc:chgData name="Guillaume Courtemanche" userId="e091c02d-bff7-4081-aa13-b3664ffbaa88" providerId="ADAL" clId="{021D9F97-850E-4DFC-A926-13B3F71E6D42}" dt="2025-01-29T13:59:32.708" v="3" actId="47"/>
        <pc:sldMkLst>
          <pc:docMk/>
          <pc:sldMk cId="2701232704" sldId="333"/>
        </pc:sldMkLst>
      </pc:sldChg>
      <pc:sldChg chg="del">
        <pc:chgData name="Guillaume Courtemanche" userId="e091c02d-bff7-4081-aa13-b3664ffbaa88" providerId="ADAL" clId="{021D9F97-850E-4DFC-A926-13B3F71E6D42}" dt="2025-01-29T13:59:33.318" v="4" actId="47"/>
        <pc:sldMkLst>
          <pc:docMk/>
          <pc:sldMk cId="4177819575" sldId="334"/>
        </pc:sldMkLst>
      </pc:sldChg>
      <pc:sldChg chg="addSp delSp modSp new mod">
        <pc:chgData name="Guillaume Courtemanche" userId="e091c02d-bff7-4081-aa13-b3664ffbaa88" providerId="ADAL" clId="{021D9F97-850E-4DFC-A926-13B3F71E6D42}" dt="2025-01-29T14:08:18.263" v="27" actId="1076"/>
        <pc:sldMkLst>
          <pc:docMk/>
          <pc:sldMk cId="343938344" sldId="336"/>
        </pc:sldMkLst>
      </pc:sldChg>
      <pc:sldChg chg="del">
        <pc:chgData name="Guillaume Courtemanche" userId="e091c02d-bff7-4081-aa13-b3664ffbaa88" providerId="ADAL" clId="{021D9F97-850E-4DFC-A926-13B3F71E6D42}" dt="2025-01-29T13:59:34.002" v="6" actId="47"/>
        <pc:sldMkLst>
          <pc:docMk/>
          <pc:sldMk cId="2812932313" sldId="336"/>
        </pc:sldMkLst>
      </pc:sldChg>
      <pc:sldChg chg="del">
        <pc:chgData name="Guillaume Courtemanche" userId="e091c02d-bff7-4081-aa13-b3664ffbaa88" providerId="ADAL" clId="{021D9F97-850E-4DFC-A926-13B3F71E6D42}" dt="2025-01-29T13:59:35.978" v="11" actId="47"/>
        <pc:sldMkLst>
          <pc:docMk/>
          <pc:sldMk cId="1386495605" sldId="337"/>
        </pc:sldMkLst>
      </pc:sldChg>
      <pc:sldChg chg="addSp delSp modSp new mod">
        <pc:chgData name="Guillaume Courtemanche" userId="e091c02d-bff7-4081-aa13-b3664ffbaa88" providerId="ADAL" clId="{021D9F97-850E-4DFC-A926-13B3F71E6D42}" dt="2025-01-29T14:12:09.850" v="62" actId="1582"/>
        <pc:sldMkLst>
          <pc:docMk/>
          <pc:sldMk cId="4258984639" sldId="337"/>
        </pc:sldMkLst>
      </pc:sldChg>
      <pc:sldChg chg="addSp delSp modSp add mod">
        <pc:chgData name="Guillaume Courtemanche" userId="e091c02d-bff7-4081-aa13-b3664ffbaa88" providerId="ADAL" clId="{021D9F97-850E-4DFC-A926-13B3F71E6D42}" dt="2025-01-29T14:38:45.803" v="69" actId="1076"/>
        <pc:sldMkLst>
          <pc:docMk/>
          <pc:sldMk cId="783321132" sldId="338"/>
        </pc:sldMkLst>
      </pc:sldChg>
      <pc:sldChg chg="del">
        <pc:chgData name="Guillaume Courtemanche" userId="e091c02d-bff7-4081-aa13-b3664ffbaa88" providerId="ADAL" clId="{021D9F97-850E-4DFC-A926-13B3F71E6D42}" dt="2025-01-29T13:59:36.857" v="14" actId="47"/>
        <pc:sldMkLst>
          <pc:docMk/>
          <pc:sldMk cId="1492887316" sldId="338"/>
        </pc:sldMkLst>
      </pc:sldChg>
      <pc:sldChg chg="del">
        <pc:chgData name="Guillaume Courtemanche" userId="e091c02d-bff7-4081-aa13-b3664ffbaa88" providerId="ADAL" clId="{021D9F97-850E-4DFC-A926-13B3F71E6D42}" dt="2025-01-29T13:59:37.126" v="15" actId="47"/>
        <pc:sldMkLst>
          <pc:docMk/>
          <pc:sldMk cId="139798112" sldId="339"/>
        </pc:sldMkLst>
      </pc:sldChg>
      <pc:sldChg chg="del">
        <pc:chgData name="Guillaume Courtemanche" userId="e091c02d-bff7-4081-aa13-b3664ffbaa88" providerId="ADAL" clId="{021D9F97-850E-4DFC-A926-13B3F71E6D42}" dt="2025-01-29T13:59:37.373" v="16" actId="47"/>
        <pc:sldMkLst>
          <pc:docMk/>
          <pc:sldMk cId="4015032058" sldId="340"/>
        </pc:sldMkLst>
      </pc:sldChg>
    </pc:docChg>
  </pc:docChgLst>
  <pc:docChgLst>
    <pc:chgData name="Guillaume Courtemanche" userId="e091c02d-bff7-4081-aa13-b3664ffbaa88" providerId="ADAL" clId="{F0390959-ED2C-4FBB-B8E4-CB609BF8A614}"/>
    <pc:docChg chg="modSld sldOrd">
      <pc:chgData name="Guillaume Courtemanche" userId="e091c02d-bff7-4081-aa13-b3664ffbaa88" providerId="ADAL" clId="{F0390959-ED2C-4FBB-B8E4-CB609BF8A614}" dt="2025-01-27T20:21:09.011" v="1"/>
      <pc:docMkLst>
        <pc:docMk/>
      </pc:docMkLst>
      <pc:sldChg chg="ord">
        <pc:chgData name="Guillaume Courtemanche" userId="e091c02d-bff7-4081-aa13-b3664ffbaa88" providerId="ADAL" clId="{F0390959-ED2C-4FBB-B8E4-CB609BF8A614}" dt="2025-01-27T20:21:09.011" v="1"/>
        <pc:sldMkLst>
          <pc:docMk/>
          <pc:sldMk cId="1790901195" sldId="325"/>
        </pc:sldMkLst>
      </pc:sldChg>
    </pc:docChg>
  </pc:docChgLst>
  <pc:docChgLst>
    <pc:chgData name="Guillaume Courtemanche" userId="e091c02d-bff7-4081-aa13-b3664ffbaa88" providerId="ADAL" clId="{CA81E865-AE61-4C2A-84F7-ACC37AC8F3EC}"/>
    <pc:docChg chg="undo redo custSel addSld delSld modSld sldOrd">
      <pc:chgData name="Guillaume Courtemanche" userId="e091c02d-bff7-4081-aa13-b3664ffbaa88" providerId="ADAL" clId="{CA81E865-AE61-4C2A-84F7-ACC37AC8F3EC}" dt="2025-01-10T15:43:58.335" v="1093" actId="1076"/>
      <pc:docMkLst>
        <pc:docMk/>
      </pc:docMkLst>
      <pc:sldChg chg="addSp modSp">
        <pc:chgData name="Guillaume Courtemanche" userId="e091c02d-bff7-4081-aa13-b3664ffbaa88" providerId="ADAL" clId="{CA81E865-AE61-4C2A-84F7-ACC37AC8F3EC}" dt="2025-01-09T19:12:19.401" v="40"/>
        <pc:sldMkLst>
          <pc:docMk/>
          <pc:sldMk cId="3220683002" sldId="256"/>
        </pc:sldMkLst>
      </pc:sldChg>
      <pc:sldChg chg="del">
        <pc:chgData name="Guillaume Courtemanche" userId="e091c02d-bff7-4081-aa13-b3664ffbaa88" providerId="ADAL" clId="{CA81E865-AE61-4C2A-84F7-ACC37AC8F3EC}" dt="2025-01-09T19:05:11.081" v="28" actId="47"/>
        <pc:sldMkLst>
          <pc:docMk/>
          <pc:sldMk cId="3718107266" sldId="257"/>
        </pc:sldMkLst>
      </pc:sldChg>
      <pc:sldChg chg="add del">
        <pc:chgData name="Guillaume Courtemanche" userId="e091c02d-bff7-4081-aa13-b3664ffbaa88" providerId="ADAL" clId="{CA81E865-AE61-4C2A-84F7-ACC37AC8F3EC}" dt="2025-01-09T19:02:51.314" v="19" actId="47"/>
        <pc:sldMkLst>
          <pc:docMk/>
          <pc:sldMk cId="1863027109" sldId="258"/>
        </pc:sldMkLst>
      </pc:sldChg>
      <pc:sldChg chg="add del">
        <pc:chgData name="Guillaume Courtemanche" userId="e091c02d-bff7-4081-aa13-b3664ffbaa88" providerId="ADAL" clId="{CA81E865-AE61-4C2A-84F7-ACC37AC8F3EC}" dt="2025-01-09T19:02:51.814" v="20" actId="47"/>
        <pc:sldMkLst>
          <pc:docMk/>
          <pc:sldMk cId="3248668386" sldId="259"/>
        </pc:sldMkLst>
      </pc:sldChg>
      <pc:sldChg chg="add del">
        <pc:chgData name="Guillaume Courtemanche" userId="e091c02d-bff7-4081-aa13-b3664ffbaa88" providerId="ADAL" clId="{CA81E865-AE61-4C2A-84F7-ACC37AC8F3EC}" dt="2025-01-09T19:02:51.966" v="24" actId="47"/>
        <pc:sldMkLst>
          <pc:docMk/>
          <pc:sldMk cId="1087519342" sldId="260"/>
        </pc:sldMkLst>
      </pc:sldChg>
      <pc:sldChg chg="add del">
        <pc:chgData name="Guillaume Courtemanche" userId="e091c02d-bff7-4081-aa13-b3664ffbaa88" providerId="ADAL" clId="{CA81E865-AE61-4C2A-84F7-ACC37AC8F3EC}" dt="2025-01-09T19:02:51.844" v="21" actId="47"/>
        <pc:sldMkLst>
          <pc:docMk/>
          <pc:sldMk cId="1067409556" sldId="261"/>
        </pc:sldMkLst>
      </pc:sldChg>
      <pc:sldChg chg="add del">
        <pc:chgData name="Guillaume Courtemanche" userId="e091c02d-bff7-4081-aa13-b3664ffbaa88" providerId="ADAL" clId="{CA81E865-AE61-4C2A-84F7-ACC37AC8F3EC}" dt="2025-01-09T19:02:51.985" v="25" actId="47"/>
        <pc:sldMkLst>
          <pc:docMk/>
          <pc:sldMk cId="3587872154" sldId="262"/>
        </pc:sldMkLst>
      </pc:sldChg>
      <pc:sldChg chg="add del">
        <pc:chgData name="Guillaume Courtemanche" userId="e091c02d-bff7-4081-aa13-b3664ffbaa88" providerId="ADAL" clId="{CA81E865-AE61-4C2A-84F7-ACC37AC8F3EC}" dt="2025-01-09T19:02:52.044" v="27" actId="47"/>
        <pc:sldMkLst>
          <pc:docMk/>
          <pc:sldMk cId="1011434398" sldId="263"/>
        </pc:sldMkLst>
      </pc:sldChg>
      <pc:sldChg chg="add del">
        <pc:chgData name="Guillaume Courtemanche" userId="e091c02d-bff7-4081-aa13-b3664ffbaa88" providerId="ADAL" clId="{CA81E865-AE61-4C2A-84F7-ACC37AC8F3EC}" dt="2025-01-09T19:02:51.889" v="22" actId="47"/>
        <pc:sldMkLst>
          <pc:docMk/>
          <pc:sldMk cId="1618236485" sldId="264"/>
        </pc:sldMkLst>
      </pc:sldChg>
      <pc:sldChg chg="add del">
        <pc:chgData name="Guillaume Courtemanche" userId="e091c02d-bff7-4081-aa13-b3664ffbaa88" providerId="ADAL" clId="{CA81E865-AE61-4C2A-84F7-ACC37AC8F3EC}" dt="2025-01-09T19:02:52.013" v="26" actId="47"/>
        <pc:sldMkLst>
          <pc:docMk/>
          <pc:sldMk cId="3918536396" sldId="265"/>
        </pc:sldMkLst>
      </pc:sldChg>
      <pc:sldChg chg="del">
        <pc:chgData name="Guillaume Courtemanche" userId="e091c02d-bff7-4081-aa13-b3664ffbaa88" providerId="ADAL" clId="{CA81E865-AE61-4C2A-84F7-ACC37AC8F3EC}" dt="2025-01-09T19:05:12.679" v="29" actId="47"/>
        <pc:sldMkLst>
          <pc:docMk/>
          <pc:sldMk cId="3791868850" sldId="266"/>
        </pc:sldMkLst>
      </pc:sldChg>
      <pc:sldChg chg="del">
        <pc:chgData name="Guillaume Courtemanche" userId="e091c02d-bff7-4081-aa13-b3664ffbaa88" providerId="ADAL" clId="{CA81E865-AE61-4C2A-84F7-ACC37AC8F3EC}" dt="2025-01-09T19:05:13.171" v="30" actId="47"/>
        <pc:sldMkLst>
          <pc:docMk/>
          <pc:sldMk cId="4230532161" sldId="267"/>
        </pc:sldMkLst>
      </pc:sldChg>
      <pc:sldChg chg="del">
        <pc:chgData name="Guillaume Courtemanche" userId="e091c02d-bff7-4081-aa13-b3664ffbaa88" providerId="ADAL" clId="{CA81E865-AE61-4C2A-84F7-ACC37AC8F3EC}" dt="2025-01-09T19:05:14.457" v="31" actId="47"/>
        <pc:sldMkLst>
          <pc:docMk/>
          <pc:sldMk cId="2046271302" sldId="268"/>
        </pc:sldMkLst>
      </pc:sldChg>
      <pc:sldChg chg="del">
        <pc:chgData name="Guillaume Courtemanche" userId="e091c02d-bff7-4081-aa13-b3664ffbaa88" providerId="ADAL" clId="{CA81E865-AE61-4C2A-84F7-ACC37AC8F3EC}" dt="2025-01-09T19:05:15.006" v="32" actId="47"/>
        <pc:sldMkLst>
          <pc:docMk/>
          <pc:sldMk cId="1319517255" sldId="269"/>
        </pc:sldMkLst>
      </pc:sldChg>
      <pc:sldChg chg="del">
        <pc:chgData name="Guillaume Courtemanche" userId="e091c02d-bff7-4081-aa13-b3664ffbaa88" providerId="ADAL" clId="{CA81E865-AE61-4C2A-84F7-ACC37AC8F3EC}" dt="2025-01-09T19:05:16.024" v="35" actId="47"/>
        <pc:sldMkLst>
          <pc:docMk/>
          <pc:sldMk cId="2357118320" sldId="270"/>
        </pc:sldMkLst>
      </pc:sldChg>
      <pc:sldChg chg="del">
        <pc:chgData name="Guillaume Courtemanche" userId="e091c02d-bff7-4081-aa13-b3664ffbaa88" providerId="ADAL" clId="{CA81E865-AE61-4C2A-84F7-ACC37AC8F3EC}" dt="2025-01-09T19:05:15.383" v="33" actId="47"/>
        <pc:sldMkLst>
          <pc:docMk/>
          <pc:sldMk cId="1833889610" sldId="271"/>
        </pc:sldMkLst>
      </pc:sldChg>
      <pc:sldChg chg="del">
        <pc:chgData name="Guillaume Courtemanche" userId="e091c02d-bff7-4081-aa13-b3664ffbaa88" providerId="ADAL" clId="{CA81E865-AE61-4C2A-84F7-ACC37AC8F3EC}" dt="2025-01-09T19:05:16.462" v="36" actId="47"/>
        <pc:sldMkLst>
          <pc:docMk/>
          <pc:sldMk cId="502215628" sldId="272"/>
        </pc:sldMkLst>
      </pc:sldChg>
      <pc:sldChg chg="del">
        <pc:chgData name="Guillaume Courtemanche" userId="e091c02d-bff7-4081-aa13-b3664ffbaa88" providerId="ADAL" clId="{CA81E865-AE61-4C2A-84F7-ACC37AC8F3EC}" dt="2025-01-09T19:05:15.674" v="34" actId="47"/>
        <pc:sldMkLst>
          <pc:docMk/>
          <pc:sldMk cId="1075003745" sldId="273"/>
        </pc:sldMkLst>
      </pc:sldChg>
      <pc:sldChg chg="del">
        <pc:chgData name="Guillaume Courtemanche" userId="e091c02d-bff7-4081-aa13-b3664ffbaa88" providerId="ADAL" clId="{CA81E865-AE61-4C2A-84F7-ACC37AC8F3EC}" dt="2025-01-09T19:00:51.997" v="0" actId="47"/>
        <pc:sldMkLst>
          <pc:docMk/>
          <pc:sldMk cId="2130109779" sldId="274"/>
        </pc:sldMkLst>
      </pc:sldChg>
      <pc:sldChg chg="del">
        <pc:chgData name="Guillaume Courtemanche" userId="e091c02d-bff7-4081-aa13-b3664ffbaa88" providerId="ADAL" clId="{CA81E865-AE61-4C2A-84F7-ACC37AC8F3EC}" dt="2025-01-09T19:05:18.413" v="38" actId="47"/>
        <pc:sldMkLst>
          <pc:docMk/>
          <pc:sldMk cId="1501986453" sldId="275"/>
        </pc:sldMkLst>
      </pc:sldChg>
      <pc:sldChg chg="del">
        <pc:chgData name="Guillaume Courtemanche" userId="e091c02d-bff7-4081-aa13-b3664ffbaa88" providerId="ADAL" clId="{CA81E865-AE61-4C2A-84F7-ACC37AC8F3EC}" dt="2025-01-09T19:05:17.659" v="37" actId="47"/>
        <pc:sldMkLst>
          <pc:docMk/>
          <pc:sldMk cId="2920241978" sldId="276"/>
        </pc:sldMkLst>
      </pc:sldChg>
      <pc:sldChg chg="add del">
        <pc:chgData name="Guillaume Courtemanche" userId="e091c02d-bff7-4081-aa13-b3664ffbaa88" providerId="ADAL" clId="{CA81E865-AE61-4C2A-84F7-ACC37AC8F3EC}" dt="2025-01-09T19:02:51.922" v="23" actId="47"/>
        <pc:sldMkLst>
          <pc:docMk/>
          <pc:sldMk cId="2125862315" sldId="277"/>
        </pc:sldMkLst>
      </pc:sldChg>
      <pc:sldChg chg="addSp delSp modSp add mod ord">
        <pc:chgData name="Guillaume Courtemanche" userId="e091c02d-bff7-4081-aa13-b3664ffbaa88" providerId="ADAL" clId="{CA81E865-AE61-4C2A-84F7-ACC37AC8F3EC}" dt="2025-01-09T19:29:26.402" v="71" actId="1076"/>
        <pc:sldMkLst>
          <pc:docMk/>
          <pc:sldMk cId="1805741602" sldId="287"/>
        </pc:sldMkLst>
      </pc:sldChg>
      <pc:sldChg chg="modSp mod">
        <pc:chgData name="Guillaume Courtemanche" userId="e091c02d-bff7-4081-aa13-b3664ffbaa88" providerId="ADAL" clId="{CA81E865-AE61-4C2A-84F7-ACC37AC8F3EC}" dt="2025-01-09T19:51:07.450" v="84" actId="20577"/>
        <pc:sldMkLst>
          <pc:docMk/>
          <pc:sldMk cId="2377175525" sldId="296"/>
        </pc:sldMkLst>
      </pc:sldChg>
      <pc:sldChg chg="del">
        <pc:chgData name="Guillaume Courtemanche" userId="e091c02d-bff7-4081-aa13-b3664ffbaa88" providerId="ADAL" clId="{CA81E865-AE61-4C2A-84F7-ACC37AC8F3EC}" dt="2025-01-09T20:24:26.070" v="795" actId="47"/>
        <pc:sldMkLst>
          <pc:docMk/>
          <pc:sldMk cId="1773494665" sldId="299"/>
        </pc:sldMkLst>
      </pc:sldChg>
      <pc:sldChg chg="del">
        <pc:chgData name="Guillaume Courtemanche" userId="e091c02d-bff7-4081-aa13-b3664ffbaa88" providerId="ADAL" clId="{CA81E865-AE61-4C2A-84F7-ACC37AC8F3EC}" dt="2025-01-09T20:25:04.605" v="797" actId="47"/>
        <pc:sldMkLst>
          <pc:docMk/>
          <pc:sldMk cId="1790932183" sldId="300"/>
        </pc:sldMkLst>
      </pc:sldChg>
      <pc:sldChg chg="del">
        <pc:chgData name="Guillaume Courtemanche" userId="e091c02d-bff7-4081-aa13-b3664ffbaa88" providerId="ADAL" clId="{CA81E865-AE61-4C2A-84F7-ACC37AC8F3EC}" dt="2025-01-09T20:25:16.229" v="799" actId="47"/>
        <pc:sldMkLst>
          <pc:docMk/>
          <pc:sldMk cId="2057759502" sldId="301"/>
        </pc:sldMkLst>
      </pc:sldChg>
      <pc:sldChg chg="del">
        <pc:chgData name="Guillaume Courtemanche" userId="e091c02d-bff7-4081-aa13-b3664ffbaa88" providerId="ADAL" clId="{CA81E865-AE61-4C2A-84F7-ACC37AC8F3EC}" dt="2025-01-09T20:25:14.505" v="798" actId="47"/>
        <pc:sldMkLst>
          <pc:docMk/>
          <pc:sldMk cId="3151349212" sldId="302"/>
        </pc:sldMkLst>
      </pc:sldChg>
      <pc:sldChg chg="del">
        <pc:chgData name="Guillaume Courtemanche" userId="e091c02d-bff7-4081-aa13-b3664ffbaa88" providerId="ADAL" clId="{CA81E865-AE61-4C2A-84F7-ACC37AC8F3EC}" dt="2025-01-09T20:24:59.862" v="796" actId="47"/>
        <pc:sldMkLst>
          <pc:docMk/>
          <pc:sldMk cId="1135464017" sldId="303"/>
        </pc:sldMkLst>
      </pc:sldChg>
      <pc:sldChg chg="add del">
        <pc:chgData name="Guillaume Courtemanche" userId="e091c02d-bff7-4081-aa13-b3664ffbaa88" providerId="ADAL" clId="{CA81E865-AE61-4C2A-84F7-ACC37AC8F3EC}" dt="2025-01-09T20:49:41.673" v="817" actId="47"/>
        <pc:sldMkLst>
          <pc:docMk/>
          <pc:sldMk cId="2456542317" sldId="304"/>
        </pc:sldMkLst>
      </pc:sldChg>
      <pc:sldChg chg="add del">
        <pc:chgData name="Guillaume Courtemanche" userId="e091c02d-bff7-4081-aa13-b3664ffbaa88" providerId="ADAL" clId="{CA81E865-AE61-4C2A-84F7-ACC37AC8F3EC}" dt="2025-01-09T20:49:44.792" v="818" actId="47"/>
        <pc:sldMkLst>
          <pc:docMk/>
          <pc:sldMk cId="2760607912" sldId="305"/>
        </pc:sldMkLst>
      </pc:sldChg>
      <pc:sldChg chg="addSp delSp modSp mod">
        <pc:chgData name="Guillaume Courtemanche" userId="e091c02d-bff7-4081-aa13-b3664ffbaa88" providerId="ADAL" clId="{CA81E865-AE61-4C2A-84F7-ACC37AC8F3EC}" dt="2025-01-09T20:16:51.826" v="792" actId="20577"/>
        <pc:sldMkLst>
          <pc:docMk/>
          <pc:sldMk cId="2497843952" sldId="306"/>
        </pc:sldMkLst>
      </pc:sldChg>
      <pc:sldChg chg="addSp modSp add del mod ord">
        <pc:chgData name="Guillaume Courtemanche" userId="e091c02d-bff7-4081-aa13-b3664ffbaa88" providerId="ADAL" clId="{CA81E865-AE61-4C2A-84F7-ACC37AC8F3EC}" dt="2025-01-09T20:15:56.706" v="706" actId="1037"/>
        <pc:sldMkLst>
          <pc:docMk/>
          <pc:sldMk cId="1843449830" sldId="307"/>
        </pc:sldMkLst>
      </pc:sldChg>
      <pc:sldChg chg="modSp mod ord">
        <pc:chgData name="Guillaume Courtemanche" userId="e091c02d-bff7-4081-aa13-b3664ffbaa88" providerId="ADAL" clId="{CA81E865-AE61-4C2A-84F7-ACC37AC8F3EC}" dt="2025-01-09T20:22:45.333" v="794"/>
        <pc:sldMkLst>
          <pc:docMk/>
          <pc:sldMk cId="760360181" sldId="308"/>
        </pc:sldMkLst>
      </pc:sldChg>
      <pc:sldChg chg="add ord">
        <pc:chgData name="Guillaume Courtemanche" userId="e091c02d-bff7-4081-aa13-b3664ffbaa88" providerId="ADAL" clId="{CA81E865-AE61-4C2A-84F7-ACC37AC8F3EC}" dt="2025-01-09T20:49:57.250" v="820"/>
        <pc:sldMkLst>
          <pc:docMk/>
          <pc:sldMk cId="2971306487" sldId="311"/>
        </pc:sldMkLst>
      </pc:sldChg>
      <pc:sldChg chg="add del">
        <pc:chgData name="Guillaume Courtemanche" userId="e091c02d-bff7-4081-aa13-b3664ffbaa88" providerId="ADAL" clId="{CA81E865-AE61-4C2A-84F7-ACC37AC8F3EC}" dt="2025-01-09T20:48:11.257" v="815" actId="47"/>
        <pc:sldMkLst>
          <pc:docMk/>
          <pc:sldMk cId="3481766345" sldId="312"/>
        </pc:sldMkLst>
      </pc:sldChg>
      <pc:sldChg chg="delSp add del setBg delDesignElem">
        <pc:chgData name="Guillaume Courtemanche" userId="e091c02d-bff7-4081-aa13-b3664ffbaa88" providerId="ADAL" clId="{CA81E865-AE61-4C2A-84F7-ACC37AC8F3EC}" dt="2025-01-09T20:48:09.213" v="814" actId="47"/>
        <pc:sldMkLst>
          <pc:docMk/>
          <pc:sldMk cId="4150044460" sldId="313"/>
        </pc:sldMkLst>
      </pc:sldChg>
      <pc:sldChg chg="delSp add del setBg delDesignElem">
        <pc:chgData name="Guillaume Courtemanche" userId="e091c02d-bff7-4081-aa13-b3664ffbaa88" providerId="ADAL" clId="{CA81E865-AE61-4C2A-84F7-ACC37AC8F3EC}" dt="2025-01-09T20:48:05.407" v="813" actId="47"/>
        <pc:sldMkLst>
          <pc:docMk/>
          <pc:sldMk cId="2478127090" sldId="314"/>
        </pc:sldMkLst>
      </pc:sldChg>
      <pc:sldChg chg="delSp add del setBg delDesignElem">
        <pc:chgData name="Guillaume Courtemanche" userId="e091c02d-bff7-4081-aa13-b3664ffbaa88" providerId="ADAL" clId="{CA81E865-AE61-4C2A-84F7-ACC37AC8F3EC}" dt="2025-01-09T20:48:01.658" v="812" actId="47"/>
        <pc:sldMkLst>
          <pc:docMk/>
          <pc:sldMk cId="3373735865" sldId="315"/>
        </pc:sldMkLst>
      </pc:sldChg>
      <pc:sldChg chg="add del">
        <pc:chgData name="Guillaume Courtemanche" userId="e091c02d-bff7-4081-aa13-b3664ffbaa88" providerId="ADAL" clId="{CA81E865-AE61-4C2A-84F7-ACC37AC8F3EC}" dt="2025-01-09T20:47:53.740" v="811" actId="47"/>
        <pc:sldMkLst>
          <pc:docMk/>
          <pc:sldMk cId="1700587242" sldId="316"/>
        </pc:sldMkLst>
      </pc:sldChg>
      <pc:sldChg chg="add del">
        <pc:chgData name="Guillaume Courtemanche" userId="e091c02d-bff7-4081-aa13-b3664ffbaa88" providerId="ADAL" clId="{CA81E865-AE61-4C2A-84F7-ACC37AC8F3EC}" dt="2025-01-09T20:47:52.844" v="810" actId="47"/>
        <pc:sldMkLst>
          <pc:docMk/>
          <pc:sldMk cId="2337199784" sldId="317"/>
        </pc:sldMkLst>
      </pc:sldChg>
      <pc:sldChg chg="add del">
        <pc:chgData name="Guillaume Courtemanche" userId="e091c02d-bff7-4081-aa13-b3664ffbaa88" providerId="ADAL" clId="{CA81E865-AE61-4C2A-84F7-ACC37AC8F3EC}" dt="2025-01-09T20:47:35.514" v="809" actId="47"/>
        <pc:sldMkLst>
          <pc:docMk/>
          <pc:sldMk cId="149278515" sldId="319"/>
        </pc:sldMkLst>
      </pc:sldChg>
      <pc:sldChg chg="delSp add del setBg delDesignElem">
        <pc:chgData name="Guillaume Courtemanche" userId="e091c02d-bff7-4081-aa13-b3664ffbaa88" providerId="ADAL" clId="{CA81E865-AE61-4C2A-84F7-ACC37AC8F3EC}" dt="2025-01-09T20:47:16.494" v="808" actId="47"/>
        <pc:sldMkLst>
          <pc:docMk/>
          <pc:sldMk cId="635639431" sldId="320"/>
        </pc:sldMkLst>
      </pc:sldChg>
      <pc:sldChg chg="addSp delSp modSp add mod setBg delDesignElem">
        <pc:chgData name="Guillaume Courtemanche" userId="e091c02d-bff7-4081-aa13-b3664ffbaa88" providerId="ADAL" clId="{CA81E865-AE61-4C2A-84F7-ACC37AC8F3EC}" dt="2025-01-09T20:54:11.910" v="849" actId="27636"/>
        <pc:sldMkLst>
          <pc:docMk/>
          <pc:sldMk cId="4091654785" sldId="322"/>
        </pc:sldMkLst>
      </pc:sldChg>
      <pc:sldChg chg="add">
        <pc:chgData name="Guillaume Courtemanche" userId="e091c02d-bff7-4081-aa13-b3664ffbaa88" providerId="ADAL" clId="{CA81E865-AE61-4C2A-84F7-ACC37AC8F3EC}" dt="2025-01-09T19:13:23.521" v="43"/>
        <pc:sldMkLst>
          <pc:docMk/>
          <pc:sldMk cId="1790901195" sldId="325"/>
        </pc:sldMkLst>
      </pc:sldChg>
      <pc:sldChg chg="delSp modSp add mod ord setBg delDesignElem">
        <pc:chgData name="Guillaume Courtemanche" userId="e091c02d-bff7-4081-aa13-b3664ffbaa88" providerId="ADAL" clId="{CA81E865-AE61-4C2A-84F7-ACC37AC8F3EC}" dt="2025-01-10T15:32:33.963" v="1029"/>
        <pc:sldMkLst>
          <pc:docMk/>
          <pc:sldMk cId="849647648" sldId="326"/>
        </pc:sldMkLst>
      </pc:sldChg>
      <pc:sldChg chg="delSp add setBg delDesignElem">
        <pc:chgData name="Guillaume Courtemanche" userId="e091c02d-bff7-4081-aa13-b3664ffbaa88" providerId="ADAL" clId="{CA81E865-AE61-4C2A-84F7-ACC37AC8F3EC}" dt="2025-01-09T19:13:50.899" v="46"/>
        <pc:sldMkLst>
          <pc:docMk/>
          <pc:sldMk cId="249698458" sldId="327"/>
        </pc:sldMkLst>
      </pc:sldChg>
      <pc:sldChg chg="add">
        <pc:chgData name="Guillaume Courtemanche" userId="e091c02d-bff7-4081-aa13-b3664ffbaa88" providerId="ADAL" clId="{CA81E865-AE61-4C2A-84F7-ACC37AC8F3EC}" dt="2025-01-09T19:13:50.899" v="46"/>
        <pc:sldMkLst>
          <pc:docMk/>
          <pc:sldMk cId="3521005233" sldId="328"/>
        </pc:sldMkLst>
      </pc:sldChg>
      <pc:sldChg chg="add del">
        <pc:chgData name="Guillaume Courtemanche" userId="e091c02d-bff7-4081-aa13-b3664ffbaa88" providerId="ADAL" clId="{CA81E865-AE61-4C2A-84F7-ACC37AC8F3EC}" dt="2025-01-09T20:48:52.831" v="816" actId="47"/>
        <pc:sldMkLst>
          <pc:docMk/>
          <pc:sldMk cId="258584251" sldId="329"/>
        </pc:sldMkLst>
      </pc:sldChg>
      <pc:sldChg chg="add del">
        <pc:chgData name="Guillaume Courtemanche" userId="e091c02d-bff7-4081-aa13-b3664ffbaa88" providerId="ADAL" clId="{CA81E865-AE61-4C2A-84F7-ACC37AC8F3EC}" dt="2025-01-09T20:47:14.480" v="807" actId="47"/>
        <pc:sldMkLst>
          <pc:docMk/>
          <pc:sldMk cId="2716761688" sldId="330"/>
        </pc:sldMkLst>
      </pc:sldChg>
      <pc:sldChg chg="delSp add del mod">
        <pc:chgData name="Guillaume Courtemanche" userId="e091c02d-bff7-4081-aa13-b3664ffbaa88" providerId="ADAL" clId="{CA81E865-AE61-4C2A-84F7-ACC37AC8F3EC}" dt="2025-01-09T19:28:54.238" v="64" actId="47"/>
        <pc:sldMkLst>
          <pc:docMk/>
          <pc:sldMk cId="3553157159" sldId="331"/>
        </pc:sldMkLst>
      </pc:sldChg>
      <pc:sldChg chg="addSp delSp modSp add mod">
        <pc:chgData name="Guillaume Courtemanche" userId="e091c02d-bff7-4081-aa13-b3664ffbaa88" providerId="ADAL" clId="{CA81E865-AE61-4C2A-84F7-ACC37AC8F3EC}" dt="2025-01-09T19:29:14.442" v="69" actId="1076"/>
        <pc:sldMkLst>
          <pc:docMk/>
          <pc:sldMk cId="4203736477" sldId="332"/>
        </pc:sldMkLst>
      </pc:sldChg>
      <pc:sldChg chg="modSp add mod">
        <pc:chgData name="Guillaume Courtemanche" userId="e091c02d-bff7-4081-aa13-b3664ffbaa88" providerId="ADAL" clId="{CA81E865-AE61-4C2A-84F7-ACC37AC8F3EC}" dt="2025-01-09T19:51:38.681" v="122" actId="20577"/>
        <pc:sldMkLst>
          <pc:docMk/>
          <pc:sldMk cId="2701232704" sldId="333"/>
        </pc:sldMkLst>
      </pc:sldChg>
      <pc:sldChg chg="modSp add mod">
        <pc:chgData name="Guillaume Courtemanche" userId="e091c02d-bff7-4081-aa13-b3664ffbaa88" providerId="ADAL" clId="{CA81E865-AE61-4C2A-84F7-ACC37AC8F3EC}" dt="2025-01-09T20:03:00.938" v="214" actId="20577"/>
        <pc:sldMkLst>
          <pc:docMk/>
          <pc:sldMk cId="4177819575" sldId="334"/>
        </pc:sldMkLst>
      </pc:sldChg>
      <pc:sldChg chg="addSp delSp modSp new mod">
        <pc:chgData name="Guillaume Courtemanche" userId="e091c02d-bff7-4081-aa13-b3664ffbaa88" providerId="ADAL" clId="{CA81E865-AE61-4C2A-84F7-ACC37AC8F3EC}" dt="2025-01-09T20:42:52.737" v="806" actId="1076"/>
        <pc:sldMkLst>
          <pc:docMk/>
          <pc:sldMk cId="1238323811" sldId="335"/>
        </pc:sldMkLst>
      </pc:sldChg>
      <pc:sldChg chg="modSp new mod">
        <pc:chgData name="Guillaume Courtemanche" userId="e091c02d-bff7-4081-aa13-b3664ffbaa88" providerId="ADAL" clId="{CA81E865-AE61-4C2A-84F7-ACC37AC8F3EC}" dt="2025-01-10T14:24:40.720" v="1022" actId="20577"/>
        <pc:sldMkLst>
          <pc:docMk/>
          <pc:sldMk cId="2812932313" sldId="336"/>
        </pc:sldMkLst>
      </pc:sldChg>
      <pc:sldChg chg="addSp delSp modSp new mod ord">
        <pc:chgData name="Guillaume Courtemanche" userId="e091c02d-bff7-4081-aa13-b3664ffbaa88" providerId="ADAL" clId="{CA81E865-AE61-4C2A-84F7-ACC37AC8F3EC}" dt="2025-01-10T15:32:39.585" v="1035" actId="1076"/>
        <pc:sldMkLst>
          <pc:docMk/>
          <pc:sldMk cId="1386495605" sldId="337"/>
        </pc:sldMkLst>
      </pc:sldChg>
      <pc:sldChg chg="addSp delSp modSp new mod">
        <pc:chgData name="Guillaume Courtemanche" userId="e091c02d-bff7-4081-aa13-b3664ffbaa88" providerId="ADAL" clId="{CA81E865-AE61-4C2A-84F7-ACC37AC8F3EC}" dt="2025-01-10T15:43:58.335" v="1093" actId="1076"/>
        <pc:sldMkLst>
          <pc:docMk/>
          <pc:sldMk cId="1492887316" sldId="338"/>
        </pc:sldMkLst>
      </pc:sldChg>
      <pc:sldChg chg="addSp delSp modSp add mod">
        <pc:chgData name="Guillaume Courtemanche" userId="e091c02d-bff7-4081-aa13-b3664ffbaa88" providerId="ADAL" clId="{CA81E865-AE61-4C2A-84F7-ACC37AC8F3EC}" dt="2025-01-10T15:43:04.618" v="1085" actId="1076"/>
        <pc:sldMkLst>
          <pc:docMk/>
          <pc:sldMk cId="139798112" sldId="339"/>
        </pc:sldMkLst>
      </pc:sldChg>
      <pc:sldChg chg="addSp delSp modSp add mod">
        <pc:chgData name="Guillaume Courtemanche" userId="e091c02d-bff7-4081-aa13-b3664ffbaa88" providerId="ADAL" clId="{CA81E865-AE61-4C2A-84F7-ACC37AC8F3EC}" dt="2025-01-10T15:42:20.201" v="1065" actId="1076"/>
        <pc:sldMkLst>
          <pc:docMk/>
          <pc:sldMk cId="4015032058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5EF72-DB56-49BC-8F97-985FF840A1F3}" type="datetimeFigureOut">
              <a:rPr lang="fr-CA" smtClean="0"/>
              <a:t>2025-03-12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C9F8-A7FA-4D7A-BDF4-C10A8162F8B4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727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C9F8-A7FA-4D7A-BDF4-C10A8162F8B4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07540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C9F8-A7FA-4D7A-BDF4-C10A8162F8B4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1249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1C9F8-A7FA-4D7A-BDF4-C10A8162F8B4}" type="slidenum">
              <a:rPr lang="fr-CA" smtClean="0"/>
              <a:t>15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31181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7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7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8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8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4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6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Wednesday, March 12,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0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Wednesday, March 12,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‹N°›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628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DEB8F4-9DED-431C-9854-887FFAA6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28550"/>
            <a:ext cx="4350870" cy="2947210"/>
          </a:xfrm>
        </p:spPr>
        <p:txBody>
          <a:bodyPr anchor="t">
            <a:normAutofit/>
          </a:bodyPr>
          <a:lstStyle/>
          <a:p>
            <a:pPr algn="l"/>
            <a:r>
              <a:rPr lang="fr-CA" sz="3100">
                <a:ln w="15875">
                  <a:solidFill>
                    <a:schemeClr val="tx1"/>
                  </a:solidFill>
                </a:ln>
              </a:rPr>
              <a:t>INF-216 Réseaux et connectivité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035385-2D49-479F-8DE9-6C010CBD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89120"/>
            <a:ext cx="4210167" cy="1192815"/>
          </a:xfrm>
        </p:spPr>
        <p:txBody>
          <a:bodyPr anchor="b">
            <a:normAutofit/>
          </a:bodyPr>
          <a:lstStyle/>
          <a:p>
            <a:pPr algn="l"/>
            <a:r>
              <a:rPr lang="fr-CA" sz="1400" dirty="0">
                <a:ln w="12700">
                  <a:solidFill>
                    <a:schemeClr val="tx1"/>
                  </a:solidFill>
                </a:ln>
              </a:rPr>
              <a:t>Routeurs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03CF1-9C40-41EA-8BDC-4120653F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32" r="11768" b="1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2068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B4030A-6A85-71B4-A0A0-BCAB1F59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Routeur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5D133C-9445-287B-75B1-6C89B05D9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Route le trafic</a:t>
            </a:r>
          </a:p>
          <a:p>
            <a:r>
              <a:rPr lang="fr-CA" dirty="0"/>
              <a:t>Sur la base des adresses IP</a:t>
            </a:r>
          </a:p>
          <a:p>
            <a:pPr lvl="1"/>
            <a:r>
              <a:rPr lang="fr-CA" dirty="0"/>
              <a:t>Redirige vers un autre routeur</a:t>
            </a:r>
          </a:p>
          <a:p>
            <a:pPr lvl="1"/>
            <a:r>
              <a:rPr lang="fr-CA" dirty="0"/>
              <a:t>OU; redirige vers la destination</a:t>
            </a:r>
          </a:p>
          <a:p>
            <a:r>
              <a:rPr lang="fr-CA" dirty="0"/>
              <a:t>Un routeur à plusieurs interfaces</a:t>
            </a:r>
          </a:p>
          <a:p>
            <a:pPr lvl="1"/>
            <a:r>
              <a:rPr lang="fr-CA" dirty="0"/>
              <a:t>Chacune à son adresse IP.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BA94D1-5226-C65F-4E8C-D68D1C1DE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446" y="1463424"/>
            <a:ext cx="6209434" cy="359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685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690B8-92EB-A8DA-80A7-7717577C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Principes de routage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E25890-7042-0507-7996-F353E7A98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routeur utilise des « routes » pour déterminer quoi faire avec le trafic.</a:t>
            </a:r>
          </a:p>
          <a:p>
            <a:r>
              <a:rPr lang="fr-CA" dirty="0"/>
              <a:t>Une route est composée de 3 éléments : </a:t>
            </a:r>
          </a:p>
          <a:p>
            <a:pPr lvl="1"/>
            <a:r>
              <a:rPr lang="fr-CA" dirty="0"/>
              <a:t>Préfixe de destination</a:t>
            </a:r>
          </a:p>
          <a:p>
            <a:pPr lvl="1"/>
            <a:r>
              <a:rPr lang="fr-CA" dirty="0"/>
              <a:t>Masque</a:t>
            </a:r>
          </a:p>
          <a:p>
            <a:pPr lvl="1"/>
            <a:r>
              <a:rPr lang="fr-CA" dirty="0"/>
              <a:t>Adresse du prochain bond | interface de sortie</a:t>
            </a:r>
          </a:p>
          <a:p>
            <a:r>
              <a:rPr lang="fr-CA" dirty="0"/>
              <a:t>Les routes que nous allons créer vont toujours être sous la forme </a:t>
            </a:r>
          </a:p>
          <a:p>
            <a:pPr lvl="1"/>
            <a:r>
              <a:rPr lang="fr-CA" dirty="0"/>
              <a:t>Préfixe de destination – Masque – Adresse du prochain bond</a:t>
            </a:r>
          </a:p>
        </p:txBody>
      </p:sp>
    </p:spTree>
    <p:extLst>
      <p:ext uri="{BB962C8B-B14F-4D97-AF65-F5344CB8AC3E}">
        <p14:creationId xmlns:p14="http://schemas.microsoft.com/office/powerpoint/2010/main" val="2970863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250F57-1EDA-B2AA-85D3-FD0BFF26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d’une route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F78DF6D-F568-0C39-8C7A-9828E3F1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Route :</a:t>
            </a:r>
          </a:p>
          <a:p>
            <a:pPr lvl="1"/>
            <a:r>
              <a:rPr lang="fr-CA" dirty="0"/>
              <a:t>Préfixe de destination : 192.168.1.0</a:t>
            </a:r>
          </a:p>
          <a:p>
            <a:pPr lvl="1"/>
            <a:r>
              <a:rPr lang="fr-CA" dirty="0"/>
              <a:t>Masque : 255.255.255.0</a:t>
            </a:r>
          </a:p>
          <a:p>
            <a:pPr lvl="1"/>
            <a:r>
              <a:rPr lang="fr-CA" dirty="0"/>
              <a:t>Prochain bond 10.0.0.2</a:t>
            </a:r>
          </a:p>
          <a:p>
            <a:r>
              <a:rPr lang="fr-CA" dirty="0"/>
              <a:t>Fonctionnement (en pseudocode) : </a:t>
            </a:r>
          </a:p>
          <a:p>
            <a:pPr marL="457200" lvl="1" indent="0">
              <a:buNone/>
            </a:pPr>
            <a:r>
              <a:rPr lang="fr-CA" sz="1800" dirty="0">
                <a:latin typeface="Consolas" panose="020B0609020204030204" pitchFamily="49" charset="0"/>
              </a:rPr>
              <a:t>Si </a:t>
            </a:r>
            <a:r>
              <a:rPr lang="fr-CA" sz="1800" dirty="0" err="1">
                <a:latin typeface="Consolas" panose="020B0609020204030204" pitchFamily="49" charset="0"/>
              </a:rPr>
              <a:t>message.destination</a:t>
            </a:r>
            <a:r>
              <a:rPr lang="fr-CA" sz="1800" dirty="0">
                <a:latin typeface="Consolas" panose="020B0609020204030204" pitchFamily="49" charset="0"/>
              </a:rPr>
              <a:t> &amp; </a:t>
            </a:r>
            <a:r>
              <a:rPr lang="fr-CA" sz="1800" dirty="0" err="1">
                <a:latin typeface="Consolas" panose="020B0609020204030204" pitchFamily="49" charset="0"/>
              </a:rPr>
              <a:t>route.masque</a:t>
            </a:r>
            <a:r>
              <a:rPr lang="fr-CA" sz="1800" dirty="0">
                <a:latin typeface="Consolas" panose="020B0609020204030204" pitchFamily="49" charset="0"/>
              </a:rPr>
              <a:t> == </a:t>
            </a:r>
            <a:r>
              <a:rPr lang="fr-CA" sz="1800" dirty="0" err="1">
                <a:latin typeface="Consolas" panose="020B0609020204030204" pitchFamily="49" charset="0"/>
              </a:rPr>
              <a:t>route.prefixe_de_destination</a:t>
            </a:r>
            <a:endParaRPr lang="fr-CA" sz="1800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fr-CA" dirty="0">
                <a:latin typeface="Consolas" panose="020B0609020204030204" pitchFamily="49" charset="0"/>
              </a:rPr>
              <a:t>redirige(message, </a:t>
            </a:r>
            <a:r>
              <a:rPr lang="fr-CA" dirty="0" err="1">
                <a:latin typeface="Consolas" panose="020B0609020204030204" pitchFamily="49" charset="0"/>
              </a:rPr>
              <a:t>route.prochain_bond</a:t>
            </a:r>
            <a:r>
              <a:rPr lang="fr-CA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4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2ACAEB-5B63-E4B8-B3C9-3245DD40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/>
          <a:lstStyle/>
          <a:p>
            <a:pPr algn="ctr"/>
            <a:r>
              <a:rPr lang="fr-CA" dirty="0"/>
              <a:t>À quoi ça vous fait penser?</a:t>
            </a:r>
          </a:p>
        </p:txBody>
      </p:sp>
    </p:spTree>
    <p:extLst>
      <p:ext uri="{BB962C8B-B14F-4D97-AF65-F5344CB8AC3E}">
        <p14:creationId xmlns:p14="http://schemas.microsoft.com/office/powerpoint/2010/main" val="5020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D92060-8B37-69D3-08CD-FAC247DE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Passerelle par défaut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F94DD8-5B61-0978-0C33-D12018FBE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passerelle par défaut sur votre système est une route.</a:t>
            </a:r>
          </a:p>
          <a:p>
            <a:r>
              <a:rPr lang="fr-CA" dirty="0"/>
              <a:t>D’ailleurs : </a:t>
            </a:r>
          </a:p>
        </p:txBody>
      </p:sp>
    </p:spTree>
    <p:extLst>
      <p:ext uri="{BB962C8B-B14F-4D97-AF65-F5344CB8AC3E}">
        <p14:creationId xmlns:p14="http://schemas.microsoft.com/office/powerpoint/2010/main" val="323218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208AFE-72AD-2D27-A8AA-0CC4518AD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Routes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DF4A5C-3800-3CCB-9C61-BBD6E01C0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Un routeur va avoir plusieurs routes</a:t>
            </a:r>
          </a:p>
          <a:p>
            <a:r>
              <a:rPr lang="fr-CA" dirty="0"/>
              <a:t>Les routes sont essayées en ordre de la plus précises à la moins précise.</a:t>
            </a:r>
          </a:p>
          <a:p>
            <a:r>
              <a:rPr lang="fr-CA" dirty="0"/>
              <a:t>La première qui fonctionne est utilisée.</a:t>
            </a:r>
          </a:p>
        </p:txBody>
      </p:sp>
    </p:spTree>
    <p:extLst>
      <p:ext uri="{BB962C8B-B14F-4D97-AF65-F5344CB8AC3E}">
        <p14:creationId xmlns:p14="http://schemas.microsoft.com/office/powerpoint/2010/main" val="86733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D7A5-EC2A-FAF3-4B4D-C510268A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5AEFD2-BC73-BEBA-4262-3E73E08C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1 – Message vers 192.168.2.4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9717B9B-9E68-4E3E-CEB1-872FFEED9D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23890"/>
              </p:ext>
            </p:extLst>
          </p:nvPr>
        </p:nvGraphicFramePr>
        <p:xfrm>
          <a:off x="6492240" y="2687320"/>
          <a:ext cx="48589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65">
                  <a:extLst>
                    <a:ext uri="{9D8B030D-6E8A-4147-A177-3AD203B41FA5}">
                      <a16:colId xmlns:a16="http://schemas.microsoft.com/office/drawing/2014/main" val="3624337279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2859104573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37410505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fr-CA" dirty="0"/>
                        <a:t>Routes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6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Préfixe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Masque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Prochain bond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9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7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025004"/>
                  </a:ext>
                </a:extLst>
              </a:tr>
            </a:tbl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3228BF9E-B7EC-FAF8-706F-D67C3B76C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4858995" cy="3959352"/>
          </a:xfrm>
        </p:spPr>
        <p:txBody>
          <a:bodyPr/>
          <a:lstStyle/>
          <a:p>
            <a:r>
              <a:rPr lang="fr-CA" dirty="0"/>
              <a:t>Tentative 1 – 192.168.1.0/24 -&gt; 10.0.0.2 </a:t>
            </a:r>
          </a:p>
          <a:p>
            <a:pPr lvl="1"/>
            <a:r>
              <a:rPr lang="fr-CA" dirty="0"/>
              <a:t>192.168.2.4 &amp; 255.255.255.0 = 192.168.2.0</a:t>
            </a:r>
          </a:p>
          <a:p>
            <a:pPr lvl="1"/>
            <a:r>
              <a:rPr lang="fr-CA" dirty="0"/>
              <a:t>192.168.2.0 == 192.168.1.0 ? </a:t>
            </a:r>
            <a:r>
              <a:rPr lang="fr-CA" dirty="0">
                <a:solidFill>
                  <a:srgbClr val="FF0000"/>
                </a:solidFill>
              </a:rPr>
              <a:t>NON</a:t>
            </a:r>
          </a:p>
          <a:p>
            <a:r>
              <a:rPr lang="fr-CA" dirty="0"/>
              <a:t>Tentative 2 – 192.168.2.0/24 -&gt; 10.0.0.3 </a:t>
            </a:r>
          </a:p>
          <a:p>
            <a:pPr lvl="1"/>
            <a:r>
              <a:rPr lang="fr-CA" dirty="0"/>
              <a:t>192.168.2.4 &amp; 255.255.255.0 = 192.168.2.0</a:t>
            </a:r>
          </a:p>
          <a:p>
            <a:pPr lvl="1"/>
            <a:r>
              <a:rPr lang="fr-CA" dirty="0"/>
              <a:t>192.168.2.0 == 192.168.2.0 ? </a:t>
            </a:r>
            <a:r>
              <a:rPr lang="fr-CA" dirty="0">
                <a:solidFill>
                  <a:srgbClr val="00B050"/>
                </a:solidFill>
              </a:rPr>
              <a:t>OUI</a:t>
            </a:r>
          </a:p>
          <a:p>
            <a:pPr lvl="1"/>
            <a:r>
              <a:rPr lang="fr-CA" dirty="0"/>
              <a:t>Trafic redirigé vers 10.0.0.3</a:t>
            </a:r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27595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BE39-9556-0CFF-180F-D4483E489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FDFEF-BA9D-ACF3-A757-C190A036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Priorité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65099E63-B208-EDAF-2890-BC0EB303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10241280" cy="3959352"/>
          </a:xfrm>
        </p:spPr>
        <p:txBody>
          <a:bodyPr/>
          <a:lstStyle/>
          <a:p>
            <a:r>
              <a:rPr lang="fr-CA" dirty="0"/>
              <a:t>Les routes ne sont pas essayées dans l’ordre qu’ils sont créés mais bien de la plus précise à la moins précise.</a:t>
            </a:r>
          </a:p>
          <a:p>
            <a:r>
              <a:rPr lang="fr-CA" dirty="0"/>
              <a:t>Plus la longueur de préfixe est longue (masque), plus la route est précise.</a:t>
            </a:r>
          </a:p>
          <a:p>
            <a:r>
              <a:rPr lang="fr-CA" dirty="0"/>
              <a:t>Exemple : </a:t>
            </a:r>
          </a:p>
          <a:p>
            <a:pPr lvl="1"/>
            <a:r>
              <a:rPr lang="fr-CA" dirty="0"/>
              <a:t>Route 1 – 192.168.0.0 255.255.0.0 – Longueur de préfixe : 16</a:t>
            </a:r>
          </a:p>
          <a:p>
            <a:pPr lvl="1"/>
            <a:r>
              <a:rPr lang="fr-CA" dirty="0"/>
              <a:t>Route 2 – 192.168.0.0 255.255.255.0 – Longueur de préfixe : 24</a:t>
            </a:r>
          </a:p>
          <a:p>
            <a:pPr lvl="1"/>
            <a:r>
              <a:rPr lang="fr-CA" dirty="0"/>
              <a:t>La route 2 est plus précise que la route 1.</a:t>
            </a:r>
          </a:p>
          <a:p>
            <a:endParaRPr lang="fr-CA" dirty="0"/>
          </a:p>
          <a:p>
            <a:pPr lvl="1"/>
            <a:endParaRPr lang="fr-CA" dirty="0"/>
          </a:p>
          <a:p>
            <a:pPr marL="457200" lvl="1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422330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25E40-BFCC-80D2-625E-D0037AB6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CC5A42-0001-CB64-5062-3069CC4E2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2 – Priorité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5ED62D4E-CDFE-AAB0-905F-E7F0BC021B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322544"/>
              </p:ext>
            </p:extLst>
          </p:nvPr>
        </p:nvGraphicFramePr>
        <p:xfrm>
          <a:off x="6492240" y="2687320"/>
          <a:ext cx="485899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65">
                  <a:extLst>
                    <a:ext uri="{9D8B030D-6E8A-4147-A177-3AD203B41FA5}">
                      <a16:colId xmlns:a16="http://schemas.microsoft.com/office/drawing/2014/main" val="3624337279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2859104573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37410505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fr-CA" dirty="0"/>
                        <a:t>Routes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6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Préfixe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Masque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Prochain bond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9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72122"/>
                  </a:ext>
                </a:extLst>
              </a:tr>
            </a:tbl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D1F3FAFD-FEB7-B1B3-7490-173FDF95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4858995" cy="3959352"/>
          </a:xfrm>
        </p:spPr>
        <p:txBody>
          <a:bodyPr/>
          <a:lstStyle/>
          <a:p>
            <a:r>
              <a:rPr lang="fr-CA" dirty="0"/>
              <a:t>Message vers 192.168.0.1</a:t>
            </a:r>
          </a:p>
          <a:p>
            <a:r>
              <a:rPr lang="fr-CA" dirty="0"/>
              <a:t>Tentative 1 – 192.168.0.0/24 -&gt; 10.0.0.3</a:t>
            </a:r>
          </a:p>
          <a:p>
            <a:pPr lvl="1"/>
            <a:r>
              <a:rPr lang="fr-CA" dirty="0"/>
              <a:t>On commence avec la route la plus précise </a:t>
            </a:r>
          </a:p>
          <a:p>
            <a:pPr lvl="1"/>
            <a:r>
              <a:rPr lang="fr-CA" dirty="0"/>
              <a:t>192.168.0.1 &amp; 255.255.255.0 = 192.168.0.0</a:t>
            </a:r>
          </a:p>
          <a:p>
            <a:pPr lvl="1"/>
            <a:r>
              <a:rPr lang="fr-CA" dirty="0"/>
              <a:t>192.168.0.0 == 192.168.0.0 ? </a:t>
            </a:r>
            <a:r>
              <a:rPr lang="fr-CA" dirty="0">
                <a:solidFill>
                  <a:srgbClr val="00B050"/>
                </a:solidFill>
              </a:rPr>
              <a:t>OUI</a:t>
            </a:r>
            <a:endParaRPr lang="fr-CA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79819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45B3-2B82-F91A-0418-1F27F6137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5CBECF-26CE-1712-91E9-2B30639B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3 – Priorité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6F37C7AC-DABA-E369-45AA-23D2A0C17038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2687320"/>
          <a:ext cx="485899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65">
                  <a:extLst>
                    <a:ext uri="{9D8B030D-6E8A-4147-A177-3AD203B41FA5}">
                      <a16:colId xmlns:a16="http://schemas.microsoft.com/office/drawing/2014/main" val="3624337279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2859104573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37410505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fr-CA" dirty="0"/>
                        <a:t>Routes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6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Préfixe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Masque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Prochain bond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9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72122"/>
                  </a:ext>
                </a:extLst>
              </a:tr>
            </a:tbl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A379711A-1FF3-4469-3835-51834D48F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4858995" cy="3959352"/>
          </a:xfrm>
        </p:spPr>
        <p:txBody>
          <a:bodyPr/>
          <a:lstStyle/>
          <a:p>
            <a:r>
              <a:rPr lang="fr-CA" dirty="0"/>
              <a:t>Message vers 192.168.1.1</a:t>
            </a:r>
          </a:p>
          <a:p>
            <a:r>
              <a:rPr lang="fr-CA" dirty="0"/>
              <a:t>Tentative 1 – 192.168.0.0/24 -&gt; 10.0.0.3</a:t>
            </a:r>
          </a:p>
          <a:p>
            <a:pPr lvl="1"/>
            <a:r>
              <a:rPr lang="fr-CA" dirty="0"/>
              <a:t>192.168.1.1 &amp; 255.255.255.0 = 192.168.1.0</a:t>
            </a:r>
          </a:p>
          <a:p>
            <a:pPr lvl="1"/>
            <a:r>
              <a:rPr lang="fr-CA" dirty="0"/>
              <a:t>192.168.1.0 == 192.168.0.0 ? </a:t>
            </a:r>
            <a:r>
              <a:rPr lang="fr-CA" dirty="0">
                <a:solidFill>
                  <a:srgbClr val="FF0000"/>
                </a:solidFill>
              </a:rPr>
              <a:t>NON</a:t>
            </a:r>
          </a:p>
          <a:p>
            <a:r>
              <a:rPr lang="fr-CA" dirty="0"/>
              <a:t>Tentative 2 – 192.168.0.0/16 -&gt; 10.0.0.2</a:t>
            </a:r>
          </a:p>
          <a:p>
            <a:pPr lvl="1"/>
            <a:r>
              <a:rPr lang="fr-CA" dirty="0"/>
              <a:t>192.168.1.1 &amp; 255.255.255.0 = 192.168.0.0</a:t>
            </a:r>
          </a:p>
          <a:p>
            <a:pPr lvl="1"/>
            <a:r>
              <a:rPr lang="fr-CA" dirty="0"/>
              <a:t>192.168.0.0 == 192.168.0.0 ? </a:t>
            </a:r>
            <a:r>
              <a:rPr lang="fr-CA" dirty="0">
                <a:solidFill>
                  <a:srgbClr val="00B050"/>
                </a:solidFill>
              </a:rPr>
              <a:t>OUI</a:t>
            </a:r>
            <a:endParaRPr lang="fr-CA" dirty="0">
              <a:solidFill>
                <a:srgbClr val="FF0000"/>
              </a:solidFill>
            </a:endParaRPr>
          </a:p>
          <a:p>
            <a:endParaRPr lang="fr-CA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fr-CA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CA" dirty="0"/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6173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E8EF4-0D54-903C-A344-F21406D1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Route par défaut ou de dernier recours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77EEAC-9D78-ADDB-5096-F3E8A4732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La route qui va être utilisée si aucune autre route ne fonctionne</a:t>
            </a:r>
          </a:p>
          <a:p>
            <a:pPr lvl="1"/>
            <a:r>
              <a:rPr lang="fr-CA" dirty="0"/>
              <a:t>Préfixe : 0.0.0.0</a:t>
            </a:r>
          </a:p>
          <a:p>
            <a:pPr lvl="1"/>
            <a:r>
              <a:rPr lang="fr-CA" dirty="0"/>
              <a:t>Masque : 0.0.0.0</a:t>
            </a:r>
          </a:p>
          <a:p>
            <a:r>
              <a:rPr lang="fr-CA" dirty="0"/>
              <a:t>Pourquoi ça fonctionne : </a:t>
            </a:r>
          </a:p>
          <a:p>
            <a:pPr lvl="1"/>
            <a:r>
              <a:rPr lang="fr-CA" dirty="0"/>
              <a:t>X &amp; 0 = 0. </a:t>
            </a:r>
          </a:p>
          <a:p>
            <a:pPr lvl="1"/>
            <a:r>
              <a:rPr lang="fr-CA" dirty="0"/>
              <a:t>Donc - A.B.C.D &amp; 0.0.0.0 = 0.0.0.0</a:t>
            </a:r>
          </a:p>
          <a:p>
            <a:pPr lvl="1"/>
            <a:r>
              <a:rPr lang="fr-CA" dirty="0"/>
              <a:t>Donc toutes les adresses vont correspondre à cette route.</a:t>
            </a:r>
          </a:p>
          <a:p>
            <a:pPr lvl="1"/>
            <a:r>
              <a:rPr lang="fr-CA" dirty="0"/>
              <a:t>C’est la route la moins précise donc les autres routes ont toujours priorité.</a:t>
            </a:r>
          </a:p>
        </p:txBody>
      </p:sp>
    </p:spTree>
    <p:extLst>
      <p:ext uri="{BB962C8B-B14F-4D97-AF65-F5344CB8AC3E}">
        <p14:creationId xmlns:p14="http://schemas.microsoft.com/office/powerpoint/2010/main" val="393032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6BA3B-5F40-6516-5091-518C1CCE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812761-DCAB-C3DE-C817-7DA47C2D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 3 – Message vers 144.12.32.6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D7DE08B1-CA3A-9FC2-8811-33F4B5A73705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2687320"/>
          <a:ext cx="485899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65">
                  <a:extLst>
                    <a:ext uri="{9D8B030D-6E8A-4147-A177-3AD203B41FA5}">
                      <a16:colId xmlns:a16="http://schemas.microsoft.com/office/drawing/2014/main" val="3624337279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2859104573"/>
                    </a:ext>
                  </a:extLst>
                </a:gridCol>
                <a:gridCol w="1619665">
                  <a:extLst>
                    <a:ext uri="{9D8B030D-6E8A-4147-A177-3AD203B41FA5}">
                      <a16:colId xmlns:a16="http://schemas.microsoft.com/office/drawing/2014/main" val="37410505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fr-CA" dirty="0"/>
                        <a:t>Routes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5467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Préfixe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Masque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Prochain bond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996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76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192.168.2.0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3172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CA" dirty="0"/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0.0.0.0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A" dirty="0"/>
                        <a:t>10.0.0.4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025004"/>
                  </a:ext>
                </a:extLst>
              </a:tr>
            </a:tbl>
          </a:graphicData>
        </a:graphic>
      </p:graphicFrame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7628D087-DFC0-C6E0-4107-4AF991F1F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2264"/>
            <a:ext cx="4858995" cy="3959352"/>
          </a:xfrm>
        </p:spPr>
        <p:txBody>
          <a:bodyPr>
            <a:normAutofit fontScale="92500"/>
          </a:bodyPr>
          <a:lstStyle/>
          <a:p>
            <a:r>
              <a:rPr lang="fr-CA" dirty="0"/>
              <a:t>Tentative 1 – 192.168.1.0/24 -&gt; 10.0.0.2 </a:t>
            </a:r>
          </a:p>
          <a:p>
            <a:pPr lvl="1"/>
            <a:r>
              <a:rPr lang="fr-CA" dirty="0"/>
              <a:t>144.12.32.6 &amp; 255.255.255.0 = 144.12.32.0</a:t>
            </a:r>
          </a:p>
          <a:p>
            <a:pPr lvl="1"/>
            <a:r>
              <a:rPr lang="fr-CA" dirty="0"/>
              <a:t>144.12.32.0 == 192.168.1.0 ? </a:t>
            </a:r>
            <a:r>
              <a:rPr lang="fr-CA" dirty="0">
                <a:solidFill>
                  <a:srgbClr val="FF0000"/>
                </a:solidFill>
              </a:rPr>
              <a:t>NON</a:t>
            </a:r>
          </a:p>
          <a:p>
            <a:r>
              <a:rPr lang="fr-CA" dirty="0"/>
              <a:t>Tentative 2 – 192.168.2.0/24 -&gt; 10.0.0.3 </a:t>
            </a:r>
          </a:p>
          <a:p>
            <a:pPr lvl="1"/>
            <a:r>
              <a:rPr lang="fr-CA" dirty="0"/>
              <a:t>144.12.32.6 &amp; 255.255.255.0 = 144.12.32.0</a:t>
            </a:r>
          </a:p>
          <a:p>
            <a:pPr lvl="1"/>
            <a:r>
              <a:rPr lang="fr-CA" dirty="0"/>
              <a:t>144.12.32.0 == 192.168.2.0 ? </a:t>
            </a:r>
            <a:r>
              <a:rPr lang="fr-CA" dirty="0">
                <a:solidFill>
                  <a:srgbClr val="FF0000"/>
                </a:solidFill>
              </a:rPr>
              <a:t>NON</a:t>
            </a:r>
            <a:endParaRPr lang="fr-CA" dirty="0"/>
          </a:p>
          <a:p>
            <a:r>
              <a:rPr lang="fr-CA" dirty="0"/>
              <a:t>Tentative 3 – 0.0.0.0/0 -&gt; 10.0.0.4 </a:t>
            </a:r>
          </a:p>
          <a:p>
            <a:pPr lvl="1"/>
            <a:r>
              <a:rPr lang="fr-CA" dirty="0"/>
              <a:t>144.12.32.6 &amp; 0.0.0.0 = 0.0.0.0</a:t>
            </a:r>
          </a:p>
          <a:p>
            <a:pPr lvl="1"/>
            <a:r>
              <a:rPr lang="fr-CA" dirty="0"/>
              <a:t>0.0.0.0 == 0.0.0.0 ? </a:t>
            </a:r>
            <a:r>
              <a:rPr lang="fr-CA" dirty="0">
                <a:solidFill>
                  <a:srgbClr val="00B050"/>
                </a:solidFill>
              </a:rPr>
              <a:t>OUI</a:t>
            </a:r>
            <a:endParaRPr lang="fr-CA" dirty="0">
              <a:solidFill>
                <a:srgbClr val="FF0000"/>
              </a:solidFill>
            </a:endParaRPr>
          </a:p>
          <a:p>
            <a:pPr lvl="1"/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5407800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0C6EE1-9248-556A-B288-E2B43687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Si aucune route n’Existe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8D1350-6EC3-57D4-48FE-65575B723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message ne se rend pas.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5497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95A45B-90A0-00D9-CA0E-4925E975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Route automatique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4228B9-BC83-0CC6-8A4D-B536606C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Vos routeurs vont créer automatiquement des routes pour les réseaux de leurs interfaces.</a:t>
            </a:r>
          </a:p>
          <a:p>
            <a:r>
              <a:rPr lang="fr-CA" dirty="0"/>
              <a:t>Exemple  :</a:t>
            </a:r>
          </a:p>
          <a:p>
            <a:pPr lvl="1"/>
            <a:r>
              <a:rPr lang="fr-CA" dirty="0"/>
              <a:t>Le routeur dispose de ces interfaces : 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pPr lvl="1"/>
            <a:r>
              <a:rPr lang="fr-CA" dirty="0"/>
              <a:t>Les routes automatiques : </a:t>
            </a:r>
          </a:p>
          <a:p>
            <a:pPr lvl="1"/>
            <a:endParaRPr lang="fr-CA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5D83CF3-D6BA-4860-B984-E6B7147DD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511" y="3429000"/>
            <a:ext cx="4153480" cy="72400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727AC1-5D3C-2A05-63BA-5C20FB02E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511" y="4704680"/>
            <a:ext cx="4772691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59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201A2-5D23-2281-643E-8EFD88EE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Considération importante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3C8697-6D48-CCB9-3BD3-42E44459F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une communication client-serveur typique :</a:t>
            </a:r>
          </a:p>
          <a:p>
            <a:pPr lvl="1"/>
            <a:r>
              <a:rPr lang="fr-CA" dirty="0"/>
              <a:t>Le client envoie une requête</a:t>
            </a:r>
          </a:p>
          <a:p>
            <a:pPr lvl="1"/>
            <a:r>
              <a:rPr lang="fr-CA" dirty="0"/>
              <a:t>Le serveur envoie une réponse.</a:t>
            </a:r>
          </a:p>
          <a:p>
            <a:r>
              <a:rPr lang="fr-CA" dirty="0"/>
              <a:t>Les routes doivent être créés dans les deux sens</a:t>
            </a:r>
          </a:p>
        </p:txBody>
      </p:sp>
    </p:spTree>
    <p:extLst>
      <p:ext uri="{BB962C8B-B14F-4D97-AF65-F5344CB8AC3E}">
        <p14:creationId xmlns:p14="http://schemas.microsoft.com/office/powerpoint/2010/main" val="1984115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181499-9992-BEF8-A099-E927FF581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8E38909-1D04-16C4-EF74-80F7DD7641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798" y="1966594"/>
            <a:ext cx="6476404" cy="3959225"/>
          </a:xfrm>
        </p:spPr>
      </p:pic>
    </p:spTree>
    <p:extLst>
      <p:ext uri="{BB962C8B-B14F-4D97-AF65-F5344CB8AC3E}">
        <p14:creationId xmlns:p14="http://schemas.microsoft.com/office/powerpoint/2010/main" val="1262928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58E542-2244-73F6-86D9-7D64F24F6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Commandes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EE3695-CC11-E3B4-79A0-38073379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dirty="0"/>
              <a:t>Créer une route</a:t>
            </a:r>
          </a:p>
          <a:p>
            <a:pPr lvl="1"/>
            <a:r>
              <a:rPr lang="fr-CA" dirty="0"/>
              <a:t>En mode configuration : </a:t>
            </a:r>
          </a:p>
          <a:p>
            <a:pPr lvl="2"/>
            <a:r>
              <a:rPr lang="fr-CA" dirty="0" err="1"/>
              <a:t>ip</a:t>
            </a:r>
            <a:r>
              <a:rPr lang="fr-CA" dirty="0"/>
              <a:t> route PRÉFIXE-DESTINATION MASQUE PROCHAIN-BOND</a:t>
            </a:r>
          </a:p>
          <a:p>
            <a:pPr lvl="2"/>
            <a:r>
              <a:rPr lang="fr-CA" dirty="0" err="1"/>
              <a:t>ip</a:t>
            </a:r>
            <a:r>
              <a:rPr lang="fr-CA" dirty="0"/>
              <a:t> route 192.168.1.0 255.255.255.0 10.0.0.2</a:t>
            </a:r>
          </a:p>
          <a:p>
            <a:r>
              <a:rPr lang="fr-CA" dirty="0"/>
              <a:t>Supprimer une route </a:t>
            </a:r>
          </a:p>
          <a:p>
            <a:pPr lvl="1"/>
            <a:r>
              <a:rPr lang="fr-CA" dirty="0"/>
              <a:t>En mode configuration</a:t>
            </a:r>
          </a:p>
          <a:p>
            <a:pPr lvl="2"/>
            <a:r>
              <a:rPr lang="fr-CA" dirty="0"/>
              <a:t>no </a:t>
            </a:r>
            <a:r>
              <a:rPr lang="fr-CA" dirty="0" err="1"/>
              <a:t>ip</a:t>
            </a:r>
            <a:r>
              <a:rPr lang="fr-CA" dirty="0"/>
              <a:t> route PRÉFIXE-DESTINATION MASQUE PROCHAIN-BOND</a:t>
            </a:r>
          </a:p>
          <a:p>
            <a:pPr lvl="2"/>
            <a:r>
              <a:rPr lang="fr-CA" dirty="0"/>
              <a:t>no </a:t>
            </a:r>
            <a:r>
              <a:rPr lang="fr-CA" dirty="0" err="1"/>
              <a:t>ip</a:t>
            </a:r>
            <a:r>
              <a:rPr lang="fr-CA" dirty="0"/>
              <a:t> route 192.168.1.0 255.255.255.0 10.0.0.2</a:t>
            </a:r>
          </a:p>
          <a:p>
            <a:r>
              <a:rPr lang="fr-CA" dirty="0"/>
              <a:t>Voir les routes	</a:t>
            </a:r>
          </a:p>
          <a:p>
            <a:pPr lvl="1"/>
            <a:r>
              <a:rPr lang="fr-CA" dirty="0"/>
              <a:t>En mode privilégié</a:t>
            </a:r>
          </a:p>
          <a:p>
            <a:pPr lvl="2"/>
            <a:r>
              <a:rPr lang="fr-CA"/>
              <a:t>show </a:t>
            </a:r>
            <a:r>
              <a:rPr lang="fr-CA" dirty="0" err="1"/>
              <a:t>ip</a:t>
            </a:r>
            <a:r>
              <a:rPr lang="fr-CA" dirty="0"/>
              <a:t> routes</a:t>
            </a:r>
          </a:p>
        </p:txBody>
      </p:sp>
    </p:spTree>
    <p:extLst>
      <p:ext uri="{BB962C8B-B14F-4D97-AF65-F5344CB8AC3E}">
        <p14:creationId xmlns:p14="http://schemas.microsoft.com/office/powerpoint/2010/main" val="369224161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677</Words>
  <Application>Microsoft Office PowerPoint</Application>
  <PresentationFormat>Grand écran</PresentationFormat>
  <Paragraphs>165</Paragraphs>
  <Slides>18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Gill Sans Nova</vt:lpstr>
      <vt:lpstr>GradientRiseVTI</vt:lpstr>
      <vt:lpstr>INF-216 Réseaux et connectivité</vt:lpstr>
      <vt:lpstr>Routeur</vt:lpstr>
      <vt:lpstr>Principes de routage</vt:lpstr>
      <vt:lpstr>Exemple d’une route</vt:lpstr>
      <vt:lpstr>À quoi ça vous fait penser?</vt:lpstr>
      <vt:lpstr>Passerelle par défaut</vt:lpstr>
      <vt:lpstr>Routes</vt:lpstr>
      <vt:lpstr>Exemple 1 – Message vers 192.168.2.4</vt:lpstr>
      <vt:lpstr>Priorité</vt:lpstr>
      <vt:lpstr>Exemple 2 – Priorité</vt:lpstr>
      <vt:lpstr>Exemple 3 – Priorité</vt:lpstr>
      <vt:lpstr>Route par défaut ou de dernier recours</vt:lpstr>
      <vt:lpstr>Exemple 3 – Message vers 144.12.32.6</vt:lpstr>
      <vt:lpstr>Si aucune route n’Existe</vt:lpstr>
      <vt:lpstr>Route automatique</vt:lpstr>
      <vt:lpstr>Considération importante</vt:lpstr>
      <vt:lpstr>Exemple</vt:lpstr>
      <vt:lpstr>Commandes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INF-216 Réseaux et connectivité</dc:title>
  <dc:creator>Guillaume Courtemanche</dc:creator>
  <cp:lastModifiedBy>Guillaume Courtemanche</cp:lastModifiedBy>
  <cp:revision>1</cp:revision>
  <dcterms:created xsi:type="dcterms:W3CDTF">2021-01-21T13:25:31Z</dcterms:created>
  <dcterms:modified xsi:type="dcterms:W3CDTF">2025-03-12T15:19:02Z</dcterms:modified>
</cp:coreProperties>
</file>